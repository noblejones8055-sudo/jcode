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7498079" cy="2560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7132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1A1A2E"/>
                </a:solidFill>
              </a:rPr>
              <a:t>"Yeh AI kya hota hai??"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7132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1A1A2E"/>
                </a:solidFill>
              </a:rPr>
              <a:t>— Baburao, every colleague, 2024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0" y="548640"/>
            <a:ext cx="3291840" cy="25603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0" y="731520"/>
            <a:ext cx="2926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FFFFFF"/>
                </a:solidFill>
              </a:rPr>
              <a:t>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0" y="1554480"/>
            <a:ext cx="2926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Hera Pheri
Vibes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338328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</a:rPr>
              <a:t>But here's the thing 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1148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D700"/>
                </a:solidFill>
              </a:rPr>
              <a:t>AI is not the problem.   Your prompt 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1206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Today we fix that. In 20 minutes. 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0" y="6035040"/>
            <a:ext cx="3017520" cy="45720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78240" y="6062472"/>
            <a:ext cx="2926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⏱ 20 MIN SESSION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D700"/>
                </a:solidFill>
              </a:rPr>
              <a:t>AI = Your New Intern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5303520" cy="502920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</a:rPr>
              <a:t>😰  Intern — Day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493776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>You said:  "Write me an email"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>Intern writes a 3-page essay.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>Wrong tone. Wrong person.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>Mentions things you never said.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FFFFFF"/>
                </a:solidFill>
              </a:rPr>
              <a:t>😤 You redo it yourself.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303520" cy="502920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32588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1A1A2E"/>
                </a:solidFill>
              </a:rPr>
              <a:t>🚀  Intern — After a Good Brief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65960"/>
            <a:ext cx="4937760" cy="36576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You said:  "You're a biz writer.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Write a 80-word follow-up to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Rajesh from TechCorp. Meeting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was about Q3 budget. Formal tone."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Intern nails it. First try.</a:t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900" b="0" i="0">
                <a:solidFill>
                  <a:srgbClr val="1A1A2E"/>
                </a:solidFill>
              </a:rPr>
              <a:t>🎯 You just saved 20 minutes.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383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0" i="0">
                <a:solidFill>
                  <a:srgbClr val="FFD700"/>
                </a:solidFill>
              </a:rPr>
              <a:t>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EF233C"/>
                </a:solidFill>
              </a:rPr>
              <a:t>Why AI Gives You Garbage Sometimes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00584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(Hint: it's not the AI 😬)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657600" cy="4389120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657600" cy="64008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❌  Too Vague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377440"/>
            <a:ext cx="347472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"Write me an email"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No recipient, no context,
no tone. AI guesses everything.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45920"/>
            <a:ext cx="3657600" cy="4389120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645920"/>
            <a:ext cx="3657600" cy="64008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59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❌  No Context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80559" y="2377440"/>
            <a:ext cx="347472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"Summarise this report"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3291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Who is reading it? What do
they care about? Unknown.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645920"/>
            <a:ext cx="3657600" cy="4389120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321040" y="1645920"/>
            <a:ext cx="3657600" cy="64008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6916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❌  No Format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12480" y="2377440"/>
            <a:ext cx="347472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19" y="2423160"/>
            <a:ext cx="3291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"Make me a formula"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291840"/>
            <a:ext cx="3474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FFFFF"/>
                </a:solidFill>
              </a:rPr>
              <a:t>For what data? What output?
What version of Excel?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D700"/>
                </a:solidFill>
              </a:rPr>
              <a:t>🎬 Classic Baburao energy. Confused. Getting nowhere.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00"/>
                </a:solidFill>
              </a:rPr>
              <a:t>The 5-Part Formula  🎓  (Rancho Mode: ON)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1645920" cy="7772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17043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1. ROLE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14300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Who should AI be?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557784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18872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"You are a senior HR manager..."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03120"/>
            <a:ext cx="164592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17627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2. TASK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4560" y="2148839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What exactly do you need?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103120"/>
            <a:ext cx="557784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19456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"Write a 3-bullet summary..."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08960"/>
            <a:ext cx="164592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480" y="318211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3.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315468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What background info?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108960"/>
            <a:ext cx="557784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320040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"The audience is non-technical..."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114800"/>
            <a:ext cx="1645920" cy="7772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418795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4. FORMAT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416052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How should output look?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114800"/>
            <a:ext cx="557784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06D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20624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"Use bullet points, under 100 words"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5120640"/>
            <a:ext cx="1645920" cy="7772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5193792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5. CONSTRAINTS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94560" y="5166360"/>
            <a:ext cx="3840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What to avoid?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5120640"/>
            <a:ext cx="5577840" cy="777240"/>
          </a:xfrm>
          <a:prstGeom prst="rect">
            <a:avLst/>
          </a:prstGeom>
          <a:solidFill>
            <a:srgbClr val="2A2A2A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5212080"/>
            <a:ext cx="5303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FFD700"/>
                </a:solidFill>
              </a:rPr>
              <a:t>"Don't use jargon. Keep it formal."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6D672"/>
                </a:solidFill>
              </a:rPr>
              <a:t>👆 This is your new superpower. Screenshot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4114800" cy="5486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0233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📧  USE CASE 1: EMAIL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82880"/>
            <a:ext cx="6858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FFFF"/>
                </a:solidFill>
              </a:rPr>
              <a:t>Before vs After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86868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1E10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5303520" cy="5486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051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❌  Bad Prompt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4937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D700"/>
                </a:solidFill>
              </a:rPr>
              <a:t>"Write me a follow up email"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423160"/>
            <a:ext cx="4937760" cy="36576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51460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3464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"Dear Sir/Madam,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I hope this email finds you well.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I am writing to follow up on our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recent conversation...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Generic. Could be anyone.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Wrong tone. Wrong length.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5394960" cy="5120640"/>
          </a:xfrm>
          <a:prstGeom prst="rect">
            <a:avLst/>
          </a:prstGeom>
          <a:solidFill>
            <a:srgbClr val="05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005840"/>
            <a:ext cx="5394960" cy="5486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✅  Good Prompt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"You are a business writer.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Write a 80-word follow-up email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to Rajesh from TechCorp after a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Q3 budget meeting. Formal tone.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End with a next-step ask."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46520" y="3429000"/>
            <a:ext cx="5120640" cy="36576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4048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"Hi Rajesh, great connecting today.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As discussed, Q3 budget review is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key for us. Would Thursday work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for a 30-min call to align?..."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Right person. Right tone.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Correct length. Has a CTA.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D700"/>
                </a:solidFill>
              </a:rPr>
              <a:t>⏱ Same AI. Different prompt. Totally different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303520" cy="5486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521208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📄  USE CASE 2: SUMMARISING DOCS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150E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5486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❌  Bad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D700"/>
                </a:solidFill>
              </a:rPr>
              <a:t>"Summarise this"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4937760" cy="36576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"This report discusses various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aspects of the company including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financials, operations, HR and...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Covers everything.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Useful to no one.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You still have to read it.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5394960" cy="5120640"/>
          </a:xfrm>
          <a:prstGeom prst="rect">
            <a:avLst/>
          </a:prstGeom>
          <a:solidFill>
            <a:srgbClr val="08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5394960" cy="5486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✅  Good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"Summarise this report for a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senior manager who has 2 mins.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Pull out: top 3 risks, key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decision needed, and any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financial red flags. Bullets."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611880"/>
            <a:ext cx="5120640" cy="36576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703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023360"/>
            <a:ext cx="5120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"• Risk 1: Supply chain delay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• Risk 2: Budget overrun (₹2Cr)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• Risk 3: Attrition in Q4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• Decision needed: Vendor lock-in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Scannable. Decision-ready.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Manager loves you now. 😎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D700"/>
                </a:solidFill>
              </a:rPr>
              <a:t>🎬 Rancho energy — simple brief, brilliant output.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37160"/>
            <a:ext cx="5029200" cy="5486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493776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A1A2E"/>
                </a:solidFill>
              </a:rPr>
              <a:t>📊  USE CASE 3: EXCEL FORMULAS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86868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303520" cy="5120640"/>
          </a:xfrm>
          <a:prstGeom prst="rect">
            <a:avLst/>
          </a:prstGeom>
          <a:solidFill>
            <a:srgbClr val="10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5303520" cy="5486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051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</a:rPr>
              <a:t>❌  Bad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D700"/>
                </a:solidFill>
              </a:rPr>
              <a:t>"Give me an Excel formula"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4937760" cy="36576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46888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788920"/>
            <a:ext cx="49377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"Sure! Here are some common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Excel formulas: SUM, AVERAGE,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VLOOKUP, IF, COUNTIF..."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A tutorial. Not an answer.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❌ You still have to figure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    out which one to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005840"/>
            <a:ext cx="5394960" cy="5120640"/>
          </a:xfrm>
          <a:prstGeom prst="rect">
            <a:avLst/>
          </a:prstGeom>
          <a:solidFill>
            <a:srgbClr val="0815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005840"/>
            <a:ext cx="5394960" cy="5486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10515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1A1A2E"/>
                </a:solidFill>
              </a:rPr>
              <a:t>✅  Good Prompt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16916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"I have an Excel sheet. Col A =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Employee names, Col B = Sales.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I want to highlight anyone who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sold more than ₹5L in red.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Give me the conditional</a:t>
            </a:r>
          </a:p>
          <a:p>
            <a:pPr algn="l">
              <a:spcAft>
                <a:spcPts val="400"/>
              </a:spcAft>
            </a:pPr>
            <a:r>
              <a:rPr sz="1600" b="0" i="1">
                <a:solidFill>
                  <a:srgbClr val="FFD700"/>
                </a:solidFill>
              </a:rPr>
              <a:t>formatting formula."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3794760"/>
            <a:ext cx="5120640" cy="36576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AAAAAA"/>
                </a:solidFill>
              </a:rPr>
              <a:t>AI Output: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4206240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"Select Col B → Conditional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Formatting → New Rule →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Use formula: =B2&gt;500000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Set fill to red. Done."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Step-by-step. Plug and play.</a:t>
            </a:r>
          </a:p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</a:rPr>
              <a:t>✅ No guessing. No Googling.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2636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D700"/>
                </a:solidFill>
              </a:rPr>
              <a:t>💡 Context is everything. AI can't read your screen — describe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D700"/>
                </a:solidFill>
              </a:rPr>
              <a:t>AI is a Conversation, Not a Vending Machine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FFFFFF"/>
                </a:solidFill>
              </a:rPr>
              <a:t>"Kabhi Khushi Kabhie Gham — it's a journey, not one scene."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640080" cy="73152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90195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874519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8BFF"/>
                </a:solidFill>
              </a:rPr>
              <a:t>1. Send your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192024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Use the 5-part formula as a starting point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834640"/>
            <a:ext cx="640080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290779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88036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8B5CF6"/>
                </a:solidFill>
              </a:rPr>
              <a:t>2. Review the 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92608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Is it close? What's off — tone, length, detail?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3840480"/>
            <a:ext cx="640080" cy="73152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91363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88620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6B00"/>
                </a:solidFill>
              </a:rPr>
              <a:t>3. Refine in the same chat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393192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Say: "Make it shorter" / "More formal" / "Add X"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846320"/>
            <a:ext cx="640080" cy="73152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4919472"/>
            <a:ext cx="640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92040"/>
            <a:ext cx="4114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6D672"/>
                </a:solidFill>
              </a:rPr>
              <a:t>4. Done in 2-3 rounds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4937760"/>
            <a:ext cx="6217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</a:rPr>
              <a:t>Not 10. A good first prompt = fewer rounds needed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852160"/>
            <a:ext cx="11430000" cy="731520"/>
          </a:xfrm>
          <a:prstGeom prst="rect">
            <a:avLst/>
          </a:prstGeom>
          <a:solidFill>
            <a:srgbClr val="064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5925312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6D672"/>
                </a:solidFill>
              </a:rPr>
              <a:t>🎯 Pro tip: If output is totally wrong, don't re-send the same prompt. Add context.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EF233C"/>
                </a:solidFill>
              </a:rPr>
              <a:t>Quick Hits — Mistakes Everyone Makes 🤦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1440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9728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8872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188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Too vague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91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"Write something" → AI writes anything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09728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18872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69480" y="118872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No audience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169164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doesn't know if it's for a CEO or intern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74320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743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Accepting first output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246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First draft ≠ final answer. Always refine.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65176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69480" y="27432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No format specified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324612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AI writes an essay when you wanted 3 bullets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20624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4297679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976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Pasting raw data blind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4800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Describe your data — don't just dump it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4206240"/>
            <a:ext cx="5577840" cy="1371600"/>
          </a:xfrm>
          <a:prstGeom prst="rect">
            <a:avLst/>
          </a:prstGeom>
          <a:solidFill>
            <a:srgbClr val="251010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297679"/>
            <a:ext cx="731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FFFFFF"/>
                </a:solidFill>
              </a:rPr>
              <a:t>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297679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F233C"/>
                </a:solidFill>
              </a:rPr>
              <a:t>Starting fresh each time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4800600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FFFFFF"/>
                </a:solidFill>
              </a:rPr>
              <a:t>Continue the chat. AI has memory within a session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FFD700"/>
                </a:solidFill>
              </a:rPr>
              <a:t>🎬 Baburao se Rancho bano — these are the differences.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0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6D672"/>
                </a:solidFill>
              </a:rPr>
              <a:t>⚡ 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051560"/>
            <a:ext cx="10972800" cy="36576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Rewrite this bad prompt using the 5-part formula: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1874519"/>
            <a:ext cx="8503920" cy="91440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011680" y="1965960"/>
            <a:ext cx="8138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</a:rPr>
              <a:t>"Help me with my presentation"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971800"/>
            <a:ext cx="9418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Think about: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  • Who is AI in this scenario? (Role)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  • What exactly do you need? (Task)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  • What's the presentation about? (Context)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  • How long / what format? (Format)</a:t>
            </a:r>
          </a:p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FFFFFF"/>
                </a:solidFill>
              </a:rPr>
              <a:t>  • Any constraints? (Constraints)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0" y="5852160"/>
            <a:ext cx="3931920" cy="6400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06240" y="5879592"/>
            <a:ext cx="3840480" cy="594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A1A2E"/>
                </a:solidFill>
              </a:rPr>
              <a:t>⏱ 3 MINUTES — GO!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91440"/>
            <a:ext cx="11640312" cy="6675120"/>
          </a:xfrm>
          <a:prstGeom prst="rect">
            <a:avLst/>
          </a:prstGeom>
          <a:solidFill>
            <a:srgbClr val="121228"/>
          </a:solidFill>
          <a:ln w="25400"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D700"/>
                </a:solidFill>
              </a:rPr>
              <a:t>📸 SCREENSHOT THIS — The Prompt Cheat Sheet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14400"/>
            <a:ext cx="10972800" cy="3657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1828800" cy="777240"/>
          </a:xfrm>
          <a:prstGeom prst="rect">
            <a:avLst/>
          </a:prstGeom>
          <a:solidFill>
            <a:srgbClr val="008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1  ROLE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23160" y="1051560"/>
            <a:ext cx="9052560" cy="777240"/>
          </a:xfrm>
          <a:prstGeom prst="rect">
            <a:avLst/>
          </a:prstGeom>
          <a:solidFill>
            <a:srgbClr val="1E1E35"/>
          </a:solidFill>
          <a:ln w="25400">
            <a:solidFill>
              <a:srgbClr val="008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16128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700"/>
                </a:solidFill>
              </a:rPr>
              <a:t>"You are a [job title / expert]..."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11680"/>
            <a:ext cx="1828800" cy="7772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2  TASK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23160" y="2011680"/>
            <a:ext cx="9052560" cy="777240"/>
          </a:xfrm>
          <a:prstGeom prst="rect">
            <a:avLst/>
          </a:prstGeom>
          <a:solidFill>
            <a:srgbClr val="1E1E35"/>
          </a:solidFill>
          <a:ln w="254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212140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700"/>
                </a:solidFill>
              </a:rPr>
              <a:t>"Write / Summarise / Create / Fix..."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71800"/>
            <a:ext cx="1828800" cy="777240"/>
          </a:xfrm>
          <a:prstGeom prst="rect">
            <a:avLst/>
          </a:prstGeom>
          <a:solidFill>
            <a:srgbClr val="FF6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06324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3 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971800"/>
            <a:ext cx="9052560" cy="777240"/>
          </a:xfrm>
          <a:prstGeom prst="rect">
            <a:avLst/>
          </a:prstGeom>
          <a:solidFill>
            <a:srgbClr val="1E1E35"/>
          </a:solidFill>
          <a:ln w="25400">
            <a:solidFill>
              <a:srgbClr val="F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60320" y="308152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700"/>
                </a:solidFill>
              </a:rPr>
              <a:t>"Background: [who, what, why]..."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828800" cy="77724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023360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4  FORMAT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23160" y="3931920"/>
            <a:ext cx="9052560" cy="777240"/>
          </a:xfrm>
          <a:prstGeom prst="rect">
            <a:avLst/>
          </a:prstGeom>
          <a:solidFill>
            <a:srgbClr val="1E1E35"/>
          </a:solidFill>
          <a:ln w="25400">
            <a:solidFill>
              <a:srgbClr val="06D67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560320" y="404164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700"/>
                </a:solidFill>
              </a:rPr>
              <a:t>"Respond in [bullets / email / table]..."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892040"/>
            <a:ext cx="1828800" cy="777240"/>
          </a:xfrm>
          <a:prstGeom prst="rect">
            <a:avLst/>
          </a:prstGeom>
          <a:solidFill>
            <a:srgbClr val="EF2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983479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5  CONSTRAINTS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423160" y="4892040"/>
            <a:ext cx="9052560" cy="777240"/>
          </a:xfrm>
          <a:prstGeom prst="rect">
            <a:avLst/>
          </a:prstGeom>
          <a:solidFill>
            <a:srgbClr val="1E1E35"/>
          </a:solidFill>
          <a:ln w="2540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560320" y="5001768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1">
                <a:solidFill>
                  <a:srgbClr val="FFD700"/>
                </a:solidFill>
              </a:rPr>
              <a:t>"Keep it under X words / Avoid Y..."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5943600"/>
            <a:ext cx="11274552" cy="594360"/>
          </a:xfrm>
          <a:prstGeom prst="rect">
            <a:avLst/>
          </a:prstGeom>
          <a:solidFill>
            <a:srgbClr val="06D6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989320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1A2E"/>
                </a:solidFill>
              </a:rPr>
              <a:t>"Aal Izz Well" — Follow the formula and AI will never let you down. 🎓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