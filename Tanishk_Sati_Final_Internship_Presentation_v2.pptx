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24"/>
  </p:notesMasterIdLst>
  <p:sldIdLst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56" r:id="rId2"/>
    <p:sldId id="258" r:id="rId3"/>
    <p:sldId id="259" r:id="rId4"/>
    <p:sldId id="260" r:id="rId5"/>
    <p:sldId id="261" r:id="rId6"/>
    <p:sldId id="262" r:id="rId7"/>
    <p:sldId id="263" r:id="rId8"/>
    <p:sldId id="282" r:id="rId9"/>
    <p:sldId id="264" r:id="rId10"/>
    <p:sldId id="265" r:id="rId11"/>
    <p:sldId id="266" r:id="rId12"/>
    <p:sldId id="267" r:id="rId13"/>
    <p:sldId id="269" r:id="rId14"/>
    <p:sldId id="281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205BC4-AD5B-422D-BC9A-53E2AA4191F5}" v="39" dt="2026-05-23T09:59:26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ishk Sati" userId="c19b7e14d4775592" providerId="LiveId" clId="{71A6F277-466D-4AC5-9EAC-F8CC5F4AC961}"/>
    <pc:docChg chg="undo custSel addSld delSld modSld sldOrd">
      <pc:chgData name="Tanishk Sati" userId="c19b7e14d4775592" providerId="LiveId" clId="{71A6F277-466D-4AC5-9EAC-F8CC5F4AC961}" dt="2026-05-23T10:20:00.672" v="749" actId="20577"/>
      <pc:docMkLst>
        <pc:docMk/>
      </pc:docMkLst>
      <pc:sldChg chg="addSp delSp modSp mod">
        <pc:chgData name="Tanishk Sati" userId="c19b7e14d4775592" providerId="LiveId" clId="{71A6F277-466D-4AC5-9EAC-F8CC5F4AC961}" dt="2026-05-23T09:52:47.726" v="537"/>
        <pc:sldMkLst>
          <pc:docMk/>
          <pc:sldMk cId="0" sldId="256"/>
        </pc:sldMkLst>
        <pc:spChg chg="add mod">
          <ac:chgData name="Tanishk Sati" userId="c19b7e14d4775592" providerId="LiveId" clId="{71A6F277-466D-4AC5-9EAC-F8CC5F4AC961}" dt="2026-05-18T14:04:46.581" v="434" actId="1076"/>
          <ac:spMkLst>
            <pc:docMk/>
            <pc:sldMk cId="0" sldId="256"/>
            <ac:spMk id="2" creationId="{A7EC9BA5-E5E6-1BB4-A6F3-B451FE0C3417}"/>
          </ac:spMkLst>
        </pc:spChg>
        <pc:spChg chg="mod">
          <ac:chgData name="Tanishk Sati" userId="c19b7e14d4775592" providerId="LiveId" clId="{71A6F277-466D-4AC5-9EAC-F8CC5F4AC961}" dt="2026-05-18T11:33:28.934" v="20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39:03.194" v="86" actId="2710"/>
          <ac:spMkLst>
            <pc:docMk/>
            <pc:sldMk cId="0" sldId="256"/>
            <ac:spMk id="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35:12.689" v="38" actId="255"/>
          <ac:spMkLst>
            <pc:docMk/>
            <pc:sldMk cId="0" sldId="256"/>
            <ac:spMk id="7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35:17.865" v="39" actId="255"/>
          <ac:spMkLst>
            <pc:docMk/>
            <pc:sldMk cId="0" sldId="256"/>
            <ac:spMk id="8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56"/>
            <ac:spMk id="21" creationId="{00000000-0000-0000-0000-000000000000}"/>
          </ac:spMkLst>
        </pc:spChg>
        <pc:picChg chg="add mod">
          <ac:chgData name="Tanishk Sati" userId="c19b7e14d4775592" providerId="LiveId" clId="{71A6F277-466D-4AC5-9EAC-F8CC5F4AC961}" dt="2026-05-18T14:04:51.657" v="435" actId="1076"/>
          <ac:picMkLst>
            <pc:docMk/>
            <pc:sldMk cId="0" sldId="256"/>
            <ac:picMk id="1030" creationId="{403D8CAC-DCDB-A041-965F-237CD8125A0C}"/>
          </ac:picMkLst>
        </pc:picChg>
      </pc:sldChg>
      <pc:sldChg chg="addSp delSp modSp mod">
        <pc:chgData name="Tanishk Sati" userId="c19b7e14d4775592" providerId="LiveId" clId="{71A6F277-466D-4AC5-9EAC-F8CC5F4AC961}" dt="2026-05-23T09:59:26.488" v="610"/>
        <pc:sldMkLst>
          <pc:docMk/>
          <pc:sldMk cId="0" sldId="258"/>
        </pc:sldMkLst>
        <pc:spChg chg="add mod">
          <ac:chgData name="Tanishk Sati" userId="c19b7e14d4775592" providerId="LiveId" clId="{71A6F277-466D-4AC5-9EAC-F8CC5F4AC961}" dt="2026-05-18T14:05:16.114" v="436"/>
          <ac:spMkLst>
            <pc:docMk/>
            <pc:sldMk cId="0" sldId="258"/>
            <ac:spMk id="2" creationId="{F9F26582-1AA3-1AF0-9EE4-BBF101C93135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58"/>
            <ac:spMk id="7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0:51.589" v="114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1:07.258" v="115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1:19.770" v="118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5:10.975" v="137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5:20.139" v="139" actId="25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7:52.426" v="146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0:24.484" v="111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7:03.728" v="141" actId="25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7:58.043" v="150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4:56.078" v="136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58"/>
            <ac:spMk id="2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7:55.299" v="148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0:01.858" v="109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58"/>
            <ac:spMk id="26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8:04.396" v="153" actId="255"/>
          <ac:spMkLst>
            <pc:docMk/>
            <pc:sldMk cId="0" sldId="258"/>
            <ac:spMk id="27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3:25.208" v="133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58"/>
            <ac:spMk id="30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8:11.355" v="156" actId="255"/>
          <ac:spMkLst>
            <pc:docMk/>
            <pc:sldMk cId="0" sldId="258"/>
            <ac:spMk id="31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49:43.492" v="107" actId="107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58"/>
            <ac:spMk id="3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8:51.856" v="160" actId="20577"/>
          <ac:spMkLst>
            <pc:docMk/>
            <pc:sldMk cId="0" sldId="258"/>
            <ac:spMk id="35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2:53.772" v="125" actId="1076"/>
          <ac:spMkLst>
            <pc:docMk/>
            <pc:sldMk cId="0" sldId="258"/>
            <ac:spMk id="36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8:36.069" v="158" actId="255"/>
          <ac:spMkLst>
            <pc:docMk/>
            <pc:sldMk cId="0" sldId="258"/>
            <ac:spMk id="38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8:57.659" v="164" actId="20577"/>
          <ac:spMkLst>
            <pc:docMk/>
            <pc:sldMk cId="0" sldId="258"/>
            <ac:spMk id="39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46:22.923" v="95" actId="14100"/>
          <ac:spMkLst>
            <pc:docMk/>
            <pc:sldMk cId="0" sldId="258"/>
            <ac:spMk id="40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8:36.069" v="158" actId="255"/>
          <ac:spMkLst>
            <pc:docMk/>
            <pc:sldMk cId="0" sldId="258"/>
            <ac:spMk id="4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8:55.136" v="162" actId="20577"/>
          <ac:spMkLst>
            <pc:docMk/>
            <pc:sldMk cId="0" sldId="258"/>
            <ac:spMk id="43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2:34.322" v="124" actId="1076"/>
          <ac:spMkLst>
            <pc:docMk/>
            <pc:sldMk cId="0" sldId="258"/>
            <ac:spMk id="4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8:36.069" v="158" actId="255"/>
          <ac:spMkLst>
            <pc:docMk/>
            <pc:sldMk cId="0" sldId="258"/>
            <ac:spMk id="46" creationId="{00000000-0000-0000-0000-000000000000}"/>
          </ac:spMkLst>
        </pc:spChg>
        <pc:spChg chg="mod">
          <ac:chgData name="Tanishk Sati" userId="c19b7e14d4775592" providerId="LiveId" clId="{71A6F277-466D-4AC5-9EAC-F8CC5F4AC961}" dt="2026-05-18T11:58:59.897" v="166" actId="20577"/>
          <ac:spMkLst>
            <pc:docMk/>
            <pc:sldMk cId="0" sldId="258"/>
            <ac:spMk id="47" creationId="{00000000-0000-0000-0000-000000000000}"/>
          </ac:spMkLst>
        </pc:spChg>
        <pc:picChg chg="add mod">
          <ac:chgData name="Tanishk Sati" userId="c19b7e14d4775592" providerId="LiveId" clId="{71A6F277-466D-4AC5-9EAC-F8CC5F4AC961}" dt="2026-05-18T14:05:16.114" v="436"/>
          <ac:picMkLst>
            <pc:docMk/>
            <pc:sldMk cId="0" sldId="258"/>
            <ac:picMk id="3" creationId="{F9CF5F80-7506-E6C4-584C-B1FC8C2F25FB}"/>
          </ac:picMkLst>
        </pc:picChg>
      </pc:sldChg>
      <pc:sldChg chg="addSp delSp modSp mod">
        <pc:chgData name="Tanishk Sati" userId="c19b7e14d4775592" providerId="LiveId" clId="{71A6F277-466D-4AC5-9EAC-F8CC5F4AC961}" dt="2026-05-23T09:59:26.488" v="610"/>
        <pc:sldMkLst>
          <pc:docMk/>
          <pc:sldMk cId="0" sldId="259"/>
        </pc:sldMkLst>
        <pc:spChg chg="mod">
          <ac:chgData name="Tanishk Sati" userId="c19b7e14d4775592" providerId="LiveId" clId="{71A6F277-466D-4AC5-9EAC-F8CC5F4AC961}" dt="2026-05-18T12:18:16.833" v="172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18:01.573" v="171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18:34.491" v="173" actId="2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19:28.371" v="181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9:07.800" v="256" actId="2711"/>
          <ac:spMkLst>
            <pc:docMk/>
            <pc:sldMk cId="0" sldId="259"/>
            <ac:spMk id="9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19:20.990" v="180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9:07.800" v="256" actId="2711"/>
          <ac:spMkLst>
            <pc:docMk/>
            <pc:sldMk cId="0" sldId="259"/>
            <ac:spMk id="11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19:16.321" v="179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9:07.800" v="256" actId="2711"/>
          <ac:spMkLst>
            <pc:docMk/>
            <pc:sldMk cId="0" sldId="259"/>
            <ac:spMk id="13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07:17.657" v="400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18:58.081" v="176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9:07.800" v="256" actId="2711"/>
          <ac:spMkLst>
            <pc:docMk/>
            <pc:sldMk cId="0" sldId="259"/>
            <ac:spMk id="18" creationId="{00000000-0000-0000-0000-000000000000}"/>
          </ac:spMkLst>
        </pc:spChg>
        <pc:spChg chg="add mod">
          <ac:chgData name="Tanishk Sati" userId="c19b7e14d4775592" providerId="LiveId" clId="{71A6F277-466D-4AC5-9EAC-F8CC5F4AC961}" dt="2026-05-18T14:05:20.477" v="437"/>
          <ac:spMkLst>
            <pc:docMk/>
            <pc:sldMk cId="0" sldId="259"/>
            <ac:spMk id="19" creationId="{C568F5A0-19B8-A792-1DF1-E41D4EF5B3CD}"/>
          </ac:spMkLst>
        </pc:spChg>
        <pc:spChg chg="mod">
          <ac:chgData name="Tanishk Sati" userId="c19b7e14d4775592" providerId="LiveId" clId="{71A6F277-466D-4AC5-9EAC-F8CC5F4AC961}" dt="2026-05-18T13:07:29.663" v="401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07:29.663" v="401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18:34.491" v="173" actId="255"/>
          <ac:spMkLst>
            <pc:docMk/>
            <pc:sldMk cId="0" sldId="259"/>
            <ac:spMk id="27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19:47.071" v="184" actId="107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9:07.800" v="256" actId="2711"/>
          <ac:spMkLst>
            <pc:docMk/>
            <pc:sldMk cId="0" sldId="259"/>
            <ac:spMk id="29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19:42.222" v="183" actId="107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9:07.800" v="256" actId="2711"/>
          <ac:spMkLst>
            <pc:docMk/>
            <pc:sldMk cId="0" sldId="259"/>
            <ac:spMk id="31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19:35.293" v="182" actId="107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9:07.800" v="256" actId="2711"/>
          <ac:spMkLst>
            <pc:docMk/>
            <pc:sldMk cId="0" sldId="259"/>
            <ac:spMk id="33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4:52.052" v="550" actId="20577"/>
          <ac:spMkLst>
            <pc:docMk/>
            <pc:sldMk cId="0" sldId="259"/>
            <ac:spMk id="3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59"/>
            <ac:spMk id="36" creationId="{00000000-0000-0000-0000-000000000000}"/>
          </ac:spMkLst>
        </pc:spChg>
        <pc:picChg chg="add mod">
          <ac:chgData name="Tanishk Sati" userId="c19b7e14d4775592" providerId="LiveId" clId="{71A6F277-466D-4AC5-9EAC-F8CC5F4AC961}" dt="2026-05-18T14:05:20.477" v="437"/>
          <ac:picMkLst>
            <pc:docMk/>
            <pc:sldMk cId="0" sldId="259"/>
            <ac:picMk id="20" creationId="{B0901EBB-0621-BF85-328D-3555C9C9EEFE}"/>
          </ac:picMkLst>
        </pc:picChg>
      </pc:sldChg>
      <pc:sldChg chg="addSp delSp modSp mod">
        <pc:chgData name="Tanishk Sati" userId="c19b7e14d4775592" providerId="LiveId" clId="{71A6F277-466D-4AC5-9EAC-F8CC5F4AC961}" dt="2026-05-23T10:15:04.886" v="732" actId="478"/>
        <pc:sldMkLst>
          <pc:docMk/>
          <pc:sldMk cId="0" sldId="260"/>
        </pc:sldMkLst>
        <pc:spChg chg="add mod">
          <ac:chgData name="Tanishk Sati" userId="c19b7e14d4775592" providerId="LiveId" clId="{71A6F277-466D-4AC5-9EAC-F8CC5F4AC961}" dt="2026-05-18T14:05:23.371" v="438"/>
          <ac:spMkLst>
            <pc:docMk/>
            <pc:sldMk cId="0" sldId="260"/>
            <ac:spMk id="3" creationId="{1F057DD0-0EE7-188A-344B-59E1A21686CC}"/>
          </ac:spMkLst>
        </pc:spChg>
        <pc:spChg chg="mod">
          <ac:chgData name="Tanishk Sati" userId="c19b7e14d4775592" providerId="LiveId" clId="{71A6F277-466D-4AC5-9EAC-F8CC5F4AC961}" dt="2026-05-18T13:53:20.470" v="415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60"/>
            <ac:spMk id="7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2:25.482" v="203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3:34.174" v="208" actId="25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3:39.314" v="210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2:15.660" v="202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3:34.174" v="208" actId="255"/>
          <ac:spMkLst>
            <pc:docMk/>
            <pc:sldMk cId="0" sldId="260"/>
            <ac:spMk id="1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3:42.238" v="212" actId="2057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2:01.992" v="200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60"/>
            <ac:spMk id="18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3:34.174" v="208" actId="25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2:08.031" v="201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60"/>
            <ac:spMk id="2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3:44.980" v="214" actId="2057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1:40.161" v="195" actId="107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60"/>
            <ac:spMk id="26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3:50.459" v="218" actId="20577"/>
          <ac:spMkLst>
            <pc:docMk/>
            <pc:sldMk cId="0" sldId="260"/>
            <ac:spMk id="27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1:20.571" v="194" actId="1076"/>
          <ac:spMkLst>
            <pc:docMk/>
            <pc:sldMk cId="0" sldId="260"/>
            <ac:spMk id="28" creationId="{00000000-0000-0000-0000-000000000000}"/>
          </ac:spMkLst>
        </pc:spChg>
        <pc:spChg chg="del mod">
          <ac:chgData name="Tanishk Sati" userId="c19b7e14d4775592" providerId="LiveId" clId="{71A6F277-466D-4AC5-9EAC-F8CC5F4AC961}" dt="2026-05-23T10:14:36.782" v="730" actId="478"/>
          <ac:spMkLst>
            <pc:docMk/>
            <pc:sldMk cId="0" sldId="260"/>
            <ac:spMk id="30" creationId="{00000000-0000-0000-0000-000000000000}"/>
          </ac:spMkLst>
        </pc:spChg>
        <pc:spChg chg="del mod">
          <ac:chgData name="Tanishk Sati" userId="c19b7e14d4775592" providerId="LiveId" clId="{71A6F277-466D-4AC5-9EAC-F8CC5F4AC961}" dt="2026-05-23T10:14:36.782" v="730" actId="478"/>
          <ac:spMkLst>
            <pc:docMk/>
            <pc:sldMk cId="0" sldId="260"/>
            <ac:spMk id="31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1:05.249" v="191" actId="1076"/>
          <ac:spMkLst>
            <pc:docMk/>
            <pc:sldMk cId="0" sldId="260"/>
            <ac:spMk id="32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60"/>
            <ac:spMk id="3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3:52.701" v="220" actId="20577"/>
          <ac:spMkLst>
            <pc:docMk/>
            <pc:sldMk cId="0" sldId="260"/>
            <ac:spMk id="35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0:57.442" v="190" actId="1076"/>
          <ac:spMkLst>
            <pc:docMk/>
            <pc:sldMk cId="0" sldId="260"/>
            <ac:spMk id="36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60"/>
            <ac:spMk id="38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3:55.540" v="222" actId="20577"/>
          <ac:spMkLst>
            <pc:docMk/>
            <pc:sldMk cId="0" sldId="260"/>
            <ac:spMk id="39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0:33.951" v="187" actId="1076"/>
          <ac:spMkLst>
            <pc:docMk/>
            <pc:sldMk cId="0" sldId="260"/>
            <ac:spMk id="40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0:33.951" v="187" actId="1076"/>
          <ac:spMkLst>
            <pc:docMk/>
            <pc:sldMk cId="0" sldId="260"/>
            <ac:spMk id="4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4:00.771" v="226" actId="20577"/>
          <ac:spMkLst>
            <pc:docMk/>
            <pc:sldMk cId="0" sldId="260"/>
            <ac:spMk id="43" creationId="{00000000-0000-0000-0000-000000000000}"/>
          </ac:spMkLst>
        </pc:spChg>
        <pc:spChg chg="del mod">
          <ac:chgData name="Tanishk Sati" userId="c19b7e14d4775592" providerId="LiveId" clId="{71A6F277-466D-4AC5-9EAC-F8CC5F4AC961}" dt="2026-05-23T10:15:04.886" v="732" actId="478"/>
          <ac:spMkLst>
            <pc:docMk/>
            <pc:sldMk cId="0" sldId="260"/>
            <ac:spMk id="44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15:01.462" v="731" actId="1076"/>
          <ac:spMkLst>
            <pc:docMk/>
            <pc:sldMk cId="0" sldId="260"/>
            <ac:spMk id="46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15:01.462" v="731" actId="1076"/>
          <ac:spMkLst>
            <pc:docMk/>
            <pc:sldMk cId="0" sldId="260"/>
            <ac:spMk id="47" creationId="{00000000-0000-0000-0000-000000000000}"/>
          </ac:spMkLst>
        </pc:spChg>
        <pc:picChg chg="add mod">
          <ac:chgData name="Tanishk Sati" userId="c19b7e14d4775592" providerId="LiveId" clId="{71A6F277-466D-4AC5-9EAC-F8CC5F4AC961}" dt="2026-05-18T14:05:23.371" v="438"/>
          <ac:picMkLst>
            <pc:docMk/>
            <pc:sldMk cId="0" sldId="260"/>
            <ac:picMk id="9" creationId="{D1F0EFF4-00BD-32EE-6A1C-F09769C97F71}"/>
          </ac:picMkLst>
        </pc:picChg>
      </pc:sldChg>
      <pc:sldChg chg="addSp delSp modSp mod">
        <pc:chgData name="Tanishk Sati" userId="c19b7e14d4775592" providerId="LiveId" clId="{71A6F277-466D-4AC5-9EAC-F8CC5F4AC961}" dt="2026-05-23T10:13:42.320" v="729" actId="20577"/>
        <pc:sldMkLst>
          <pc:docMk/>
          <pc:sldMk cId="0" sldId="261"/>
        </pc:sldMkLst>
        <pc:spChg chg="mod">
          <ac:chgData name="Tanishk Sati" userId="c19b7e14d4775592" providerId="LiveId" clId="{71A6F277-466D-4AC5-9EAC-F8CC5F4AC961}" dt="2026-05-18T12:30:04.540" v="258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00:15.415" v="169"/>
          <ac:spMkLst>
            <pc:docMk/>
            <pc:sldMk cId="0" sldId="261"/>
            <ac:spMk id="7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13:31.013" v="714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7:05.867" v="251" actId="25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13:23.099" v="707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13:34.425" v="719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7:05.867" v="251" actId="255"/>
          <ac:spMkLst>
            <pc:docMk/>
            <pc:sldMk cId="0" sldId="261"/>
            <ac:spMk id="16" creationId="{00000000-0000-0000-0000-000000000000}"/>
          </ac:spMkLst>
        </pc:spChg>
        <pc:spChg chg="add mod">
          <ac:chgData name="Tanishk Sati" userId="c19b7e14d4775592" providerId="LiveId" clId="{71A6F277-466D-4AC5-9EAC-F8CC5F4AC961}" dt="2026-05-18T14:05:25.427" v="439"/>
          <ac:spMkLst>
            <pc:docMk/>
            <pc:sldMk cId="0" sldId="261"/>
            <ac:spMk id="17" creationId="{578D7D73-07C6-48AE-5C83-E681C3A19100}"/>
          </ac:spMkLst>
        </pc:spChg>
        <pc:spChg chg="mod">
          <ac:chgData name="Tanishk Sati" userId="c19b7e14d4775592" providerId="LiveId" clId="{71A6F277-466D-4AC5-9EAC-F8CC5F4AC961}" dt="2026-05-18T13:11:17.104" v="405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13:42.320" v="729" actId="20577"/>
          <ac:spMkLst>
            <pc:docMk/>
            <pc:sldMk cId="0" sldId="261"/>
            <ac:spMk id="20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11:17.104" v="405" actId="107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13:38.253" v="724" actId="20577"/>
          <ac:spMkLst>
            <pc:docMk/>
            <pc:sldMk cId="0" sldId="261"/>
            <ac:spMk id="2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6:18.320" v="248" actId="14100"/>
          <ac:spMkLst>
            <pc:docMk/>
            <pc:sldMk cId="0" sldId="261"/>
            <ac:spMk id="23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6:30.428" v="250" actId="14100"/>
          <ac:spMkLst>
            <pc:docMk/>
            <pc:sldMk cId="0" sldId="261"/>
            <ac:spMk id="24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0:06.720" v="642" actId="20577"/>
          <ac:spMkLst>
            <pc:docMk/>
            <pc:sldMk cId="0" sldId="261"/>
            <ac:spMk id="25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7:23.899" v="252" actId="14100"/>
          <ac:spMkLst>
            <pc:docMk/>
            <pc:sldMk cId="0" sldId="261"/>
            <ac:spMk id="26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7:05.867" v="251" actId="255"/>
          <ac:spMkLst>
            <pc:docMk/>
            <pc:sldMk cId="0" sldId="261"/>
            <ac:spMk id="27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7:05.867" v="251" actId="255"/>
          <ac:spMkLst>
            <pc:docMk/>
            <pc:sldMk cId="0" sldId="261"/>
            <ac:spMk id="28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5:11.340" v="236" actId="1076"/>
          <ac:spMkLst>
            <pc:docMk/>
            <pc:sldMk cId="0" sldId="261"/>
            <ac:spMk id="29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7:05.867" v="251" actId="255"/>
          <ac:spMkLst>
            <pc:docMk/>
            <pc:sldMk cId="0" sldId="261"/>
            <ac:spMk id="30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5:54.352" v="244" actId="1076"/>
          <ac:spMkLst>
            <pc:docMk/>
            <pc:sldMk cId="0" sldId="261"/>
            <ac:spMk id="31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6:01.621" v="245" actId="1076"/>
          <ac:spMkLst>
            <pc:docMk/>
            <pc:sldMk cId="0" sldId="261"/>
            <ac:spMk id="3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26:13.312" v="247" actId="14100"/>
          <ac:spMkLst>
            <pc:docMk/>
            <pc:sldMk cId="0" sldId="261"/>
            <ac:spMk id="33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5:42.663" v="553" actId="20577"/>
          <ac:spMkLst>
            <pc:docMk/>
            <pc:sldMk cId="0" sldId="261"/>
            <ac:spMk id="3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61"/>
            <ac:spMk id="36" creationId="{00000000-0000-0000-0000-000000000000}"/>
          </ac:spMkLst>
        </pc:spChg>
        <pc:picChg chg="add mod">
          <ac:chgData name="Tanishk Sati" userId="c19b7e14d4775592" providerId="LiveId" clId="{71A6F277-466D-4AC5-9EAC-F8CC5F4AC961}" dt="2026-05-18T14:05:25.427" v="439"/>
          <ac:picMkLst>
            <pc:docMk/>
            <pc:sldMk cId="0" sldId="261"/>
            <ac:picMk id="18" creationId="{BE2208A7-E20E-B465-CACE-07B161928105}"/>
          </ac:picMkLst>
        </pc:picChg>
      </pc:sldChg>
      <pc:sldChg chg="addSp delSp modSp mod">
        <pc:chgData name="Tanishk Sati" userId="c19b7e14d4775592" providerId="LiveId" clId="{71A6F277-466D-4AC5-9EAC-F8CC5F4AC961}" dt="2026-05-23T09:52:47.726" v="537"/>
        <pc:sldMkLst>
          <pc:docMk/>
          <pc:sldMk cId="0" sldId="262"/>
        </pc:sldMkLst>
        <pc:spChg chg="add mod">
          <ac:chgData name="Tanishk Sati" userId="c19b7e14d4775592" providerId="LiveId" clId="{71A6F277-466D-4AC5-9EAC-F8CC5F4AC961}" dt="2026-05-18T14:05:35.200" v="442" actId="14100"/>
          <ac:spMkLst>
            <pc:docMk/>
            <pc:sldMk cId="0" sldId="262"/>
            <ac:spMk id="3" creationId="{AEAEC65D-6EDE-9545-3FBD-28F65703F4B7}"/>
          </ac:spMkLst>
        </pc:spChg>
        <pc:spChg chg="mod">
          <ac:chgData name="Tanishk Sati" userId="c19b7e14d4775592" providerId="LiveId" clId="{71A6F277-466D-4AC5-9EAC-F8CC5F4AC961}" dt="2026-05-18T12:32:24.444" v="263" actId="255"/>
          <ac:spMkLst>
            <pc:docMk/>
            <pc:sldMk cId="0" sldId="262"/>
            <ac:spMk id="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48:40.294" v="282" actId="113"/>
          <ac:spMkLst>
            <pc:docMk/>
            <pc:sldMk cId="0" sldId="262"/>
            <ac:spMk id="5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62"/>
            <ac:spMk id="7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31:28.029" v="261" actId="25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31:28.029" v="261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31:28.029" v="261" actId="25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31:28.029" v="261" actId="255"/>
          <ac:spMkLst>
            <pc:docMk/>
            <pc:sldMk cId="0" sldId="262"/>
            <ac:spMk id="18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31:28.029" v="261" actId="255"/>
          <ac:spMkLst>
            <pc:docMk/>
            <pc:sldMk cId="0" sldId="262"/>
            <ac:spMk id="19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31:28.029" v="261" actId="255"/>
          <ac:spMkLst>
            <pc:docMk/>
            <pc:sldMk cId="0" sldId="262"/>
            <ac:spMk id="2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31:28.029" v="261" actId="255"/>
          <ac:spMkLst>
            <pc:docMk/>
            <pc:sldMk cId="0" sldId="262"/>
            <ac:spMk id="23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31:28.029" v="261" actId="255"/>
          <ac:spMkLst>
            <pc:docMk/>
            <pc:sldMk cId="0" sldId="262"/>
            <ac:spMk id="26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31:28.029" v="261" actId="255"/>
          <ac:spMkLst>
            <pc:docMk/>
            <pc:sldMk cId="0" sldId="262"/>
            <ac:spMk id="27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31:28.029" v="261" actId="255"/>
          <ac:spMkLst>
            <pc:docMk/>
            <pc:sldMk cId="0" sldId="262"/>
            <ac:spMk id="31" creationId="{00000000-0000-0000-0000-000000000000}"/>
          </ac:spMkLst>
        </pc:spChg>
        <pc:picChg chg="add mod">
          <ac:chgData name="Tanishk Sati" userId="c19b7e14d4775592" providerId="LiveId" clId="{71A6F277-466D-4AC5-9EAC-F8CC5F4AC961}" dt="2026-05-18T14:05:35.200" v="442" actId="14100"/>
          <ac:picMkLst>
            <pc:docMk/>
            <pc:sldMk cId="0" sldId="262"/>
            <ac:picMk id="32" creationId="{95D8B602-2493-02C5-2237-A79EB90E6FD4}"/>
          </ac:picMkLst>
        </pc:picChg>
      </pc:sldChg>
      <pc:sldChg chg="addSp delSp modSp mod">
        <pc:chgData name="Tanishk Sati" userId="c19b7e14d4775592" providerId="LiveId" clId="{71A6F277-466D-4AC5-9EAC-F8CC5F4AC961}" dt="2026-05-23T09:52:47.726" v="537"/>
        <pc:sldMkLst>
          <pc:docMk/>
          <pc:sldMk cId="0" sldId="263"/>
        </pc:sldMkLst>
        <pc:spChg chg="mod">
          <ac:chgData name="Tanishk Sati" userId="c19b7e14d4775592" providerId="LiveId" clId="{71A6F277-466D-4AC5-9EAC-F8CC5F4AC961}" dt="2026-05-18T12:00:15.415" v="169"/>
          <ac:spMkLst>
            <pc:docMk/>
            <pc:sldMk cId="0" sldId="263"/>
            <ac:spMk id="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49:45.394" v="286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49:51.370" v="288" actId="255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Tanishk Sati" userId="c19b7e14d4775592" providerId="LiveId" clId="{71A6F277-466D-4AC5-9EAC-F8CC5F4AC961}" dt="2026-05-18T14:05:38.243" v="443"/>
          <ac:spMkLst>
            <pc:docMk/>
            <pc:sldMk cId="0" sldId="263"/>
            <ac:spMk id="42" creationId="{B3A993FC-0F3B-B760-9020-0E950D52B713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63"/>
            <ac:spMk id="43" creationId="{00000000-0000-0000-0000-000000000000}"/>
          </ac:spMkLst>
        </pc:spChg>
        <pc:picChg chg="add mod">
          <ac:chgData name="Tanishk Sati" userId="c19b7e14d4775592" providerId="LiveId" clId="{71A6F277-466D-4AC5-9EAC-F8CC5F4AC961}" dt="2026-05-18T14:05:38.243" v="443"/>
          <ac:picMkLst>
            <pc:docMk/>
            <pc:sldMk cId="0" sldId="263"/>
            <ac:picMk id="44" creationId="{3E3DBC74-4582-8A9A-F42E-3EBCFC1F4470}"/>
          </ac:picMkLst>
        </pc:picChg>
      </pc:sldChg>
      <pc:sldChg chg="addSp delSp modSp mod">
        <pc:chgData name="Tanishk Sati" userId="c19b7e14d4775592" providerId="LiveId" clId="{71A6F277-466D-4AC5-9EAC-F8CC5F4AC961}" dt="2026-05-23T09:59:26.488" v="610"/>
        <pc:sldMkLst>
          <pc:docMk/>
          <pc:sldMk cId="0" sldId="264"/>
        </pc:sldMkLst>
        <pc:spChg chg="mod">
          <ac:chgData name="Tanishk Sati" userId="c19b7e14d4775592" providerId="LiveId" clId="{71A6F277-466D-4AC5-9EAC-F8CC5F4AC961}" dt="2026-05-18T12:00:15.415" v="169"/>
          <ac:spMkLst>
            <pc:docMk/>
            <pc:sldMk cId="0" sldId="264"/>
            <ac:spMk id="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49:30.323" v="285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64"/>
            <ac:spMk id="7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64"/>
            <ac:spMk id="1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49:24.018" v="284" actId="255"/>
          <ac:spMkLst>
            <pc:docMk/>
            <pc:sldMk cId="0" sldId="264"/>
            <ac:spMk id="13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49:24.018" v="284" actId="255"/>
          <ac:spMkLst>
            <pc:docMk/>
            <pc:sldMk cId="0" sldId="264"/>
            <ac:spMk id="1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64"/>
            <ac:spMk id="17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49:24.018" v="284" actId="255"/>
          <ac:spMkLst>
            <pc:docMk/>
            <pc:sldMk cId="0" sldId="264"/>
            <ac:spMk id="18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64"/>
            <ac:spMk id="2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55:00.337" v="417" actId="20577"/>
          <ac:spMkLst>
            <pc:docMk/>
            <pc:sldMk cId="0" sldId="264"/>
            <ac:spMk id="23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64"/>
            <ac:spMk id="27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64"/>
            <ac:spMk id="3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49:24.018" v="284" actId="255"/>
          <ac:spMkLst>
            <pc:docMk/>
            <pc:sldMk cId="0" sldId="264"/>
            <ac:spMk id="3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64"/>
            <ac:spMk id="37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49:24.018" v="284" actId="255"/>
          <ac:spMkLst>
            <pc:docMk/>
            <pc:sldMk cId="0" sldId="264"/>
            <ac:spMk id="38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64"/>
            <ac:spMk id="4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49:24.018" v="284" actId="255"/>
          <ac:spMkLst>
            <pc:docMk/>
            <pc:sldMk cId="0" sldId="264"/>
            <ac:spMk id="4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7:04.881" v="561" actId="20577"/>
          <ac:spMkLst>
            <pc:docMk/>
            <pc:sldMk cId="0" sldId="264"/>
            <ac:spMk id="45" creationId="{00000000-0000-0000-0000-000000000000}"/>
          </ac:spMkLst>
        </pc:spChg>
        <pc:spChg chg="add mod">
          <ac:chgData name="Tanishk Sati" userId="c19b7e14d4775592" providerId="LiveId" clId="{71A6F277-466D-4AC5-9EAC-F8CC5F4AC961}" dt="2026-05-18T14:05:47.287" v="446"/>
          <ac:spMkLst>
            <pc:docMk/>
            <pc:sldMk cId="0" sldId="264"/>
            <ac:spMk id="46" creationId="{866FA12C-85A3-33E2-8ED8-F4DB3B673F24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64"/>
            <ac:spMk id="47" creationId="{00000000-0000-0000-0000-000000000000}"/>
          </ac:spMkLst>
        </pc:spChg>
        <pc:picChg chg="add mod">
          <ac:chgData name="Tanishk Sati" userId="c19b7e14d4775592" providerId="LiveId" clId="{71A6F277-466D-4AC5-9EAC-F8CC5F4AC961}" dt="2026-05-18T14:05:47.287" v="446"/>
          <ac:picMkLst>
            <pc:docMk/>
            <pc:sldMk cId="0" sldId="264"/>
            <ac:picMk id="48" creationId="{9C46E907-DE86-C7C6-8628-2E1483330798}"/>
          </ac:picMkLst>
        </pc:picChg>
      </pc:sldChg>
      <pc:sldChg chg="addSp delSp modSp mod">
        <pc:chgData name="Tanishk Sati" userId="c19b7e14d4775592" providerId="LiveId" clId="{71A6F277-466D-4AC5-9EAC-F8CC5F4AC961}" dt="2026-05-23T10:01:37.875" v="644" actId="1076"/>
        <pc:sldMkLst>
          <pc:docMk/>
          <pc:sldMk cId="0" sldId="265"/>
        </pc:sldMkLst>
        <pc:spChg chg="add mod">
          <ac:chgData name="Tanishk Sati" userId="c19b7e14d4775592" providerId="LiveId" clId="{71A6F277-466D-4AC5-9EAC-F8CC5F4AC961}" dt="2026-05-18T14:05:59.987" v="449" actId="14100"/>
          <ac:spMkLst>
            <pc:docMk/>
            <pc:sldMk cId="0" sldId="265"/>
            <ac:spMk id="3" creationId="{3443CC21-F551-C82E-8E1A-B4170D518799}"/>
          </ac:spMkLst>
        </pc:spChg>
        <pc:spChg chg="mod">
          <ac:chgData name="Tanishk Sati" userId="c19b7e14d4775592" providerId="LiveId" clId="{71A6F277-466D-4AC5-9EAC-F8CC5F4AC961}" dt="2026-05-18T12:52:29.978" v="301" actId="113"/>
          <ac:spMkLst>
            <pc:docMk/>
            <pc:sldMk cId="0" sldId="265"/>
            <ac:spMk id="5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65"/>
            <ac:spMk id="7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46:09.124" v="412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9:26.488" v="61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46:09.124" v="412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46:09.124" v="412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46:09.124" v="412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46:09.124" v="412" actId="107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45:54.014" v="411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45:54.014" v="411" actId="107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45:54.014" v="411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45:54.014" v="411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45:54.014" v="411" actId="107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45:54.014" v="411" actId="107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51:02.511" v="293" actId="107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51:02.511" v="293" actId="1076"/>
          <ac:spMkLst>
            <pc:docMk/>
            <pc:sldMk cId="0" sldId="265"/>
            <ac:spMk id="26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51:02.511" v="293" actId="1076"/>
          <ac:spMkLst>
            <pc:docMk/>
            <pc:sldMk cId="0" sldId="265"/>
            <ac:spMk id="27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51:02.511" v="293" actId="1076"/>
          <ac:spMkLst>
            <pc:docMk/>
            <pc:sldMk cId="0" sldId="265"/>
            <ac:spMk id="28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51:58.001" v="298" actId="255"/>
          <ac:spMkLst>
            <pc:docMk/>
            <pc:sldMk cId="0" sldId="265"/>
            <ac:spMk id="30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51:02.511" v="293" actId="1076"/>
          <ac:spMkLst>
            <pc:docMk/>
            <pc:sldMk cId="0" sldId="265"/>
            <ac:spMk id="31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45:33.374" v="409" actId="1076"/>
          <ac:spMkLst>
            <pc:docMk/>
            <pc:sldMk cId="0" sldId="265"/>
            <ac:spMk id="3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45:33.374" v="409" actId="1076"/>
          <ac:spMkLst>
            <pc:docMk/>
            <pc:sldMk cId="0" sldId="265"/>
            <ac:spMk id="3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45:33.374" v="409" actId="1076"/>
          <ac:spMkLst>
            <pc:docMk/>
            <pc:sldMk cId="0" sldId="265"/>
            <ac:spMk id="35" creationId="{00000000-0000-0000-0000-000000000000}"/>
          </ac:spMkLst>
        </pc:spChg>
        <pc:spChg chg="del mod">
          <ac:chgData name="Tanishk Sati" userId="c19b7e14d4775592" providerId="LiveId" clId="{71A6F277-466D-4AC5-9EAC-F8CC5F4AC961}" dt="2026-05-23T10:01:19.907" v="643" actId="478"/>
          <ac:spMkLst>
            <pc:docMk/>
            <pc:sldMk cId="0" sldId="265"/>
            <ac:spMk id="36" creationId="{00000000-0000-0000-0000-000000000000}"/>
          </ac:spMkLst>
        </pc:spChg>
        <pc:spChg chg="del mod">
          <ac:chgData name="Tanishk Sati" userId="c19b7e14d4775592" providerId="LiveId" clId="{71A6F277-466D-4AC5-9EAC-F8CC5F4AC961}" dt="2026-05-23T10:01:19.907" v="643" actId="478"/>
          <ac:spMkLst>
            <pc:docMk/>
            <pc:sldMk cId="0" sldId="265"/>
            <ac:spMk id="38" creationId="{00000000-0000-0000-0000-000000000000}"/>
          </ac:spMkLst>
        </pc:spChg>
        <pc:spChg chg="del mod">
          <ac:chgData name="Tanishk Sati" userId="c19b7e14d4775592" providerId="LiveId" clId="{71A6F277-466D-4AC5-9EAC-F8CC5F4AC961}" dt="2026-05-23T10:01:19.907" v="643" actId="478"/>
          <ac:spMkLst>
            <pc:docMk/>
            <pc:sldMk cId="0" sldId="265"/>
            <ac:spMk id="39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1:37.875" v="644" actId="1076"/>
          <ac:spMkLst>
            <pc:docMk/>
            <pc:sldMk cId="0" sldId="265"/>
            <ac:spMk id="40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1:37.875" v="644" actId="1076"/>
          <ac:spMkLst>
            <pc:docMk/>
            <pc:sldMk cId="0" sldId="265"/>
            <ac:spMk id="42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1:37.875" v="644" actId="1076"/>
          <ac:spMkLst>
            <pc:docMk/>
            <pc:sldMk cId="0" sldId="265"/>
            <ac:spMk id="43" creationId="{00000000-0000-0000-0000-000000000000}"/>
          </ac:spMkLst>
        </pc:spChg>
        <pc:picChg chg="add mod">
          <ac:chgData name="Tanishk Sati" userId="c19b7e14d4775592" providerId="LiveId" clId="{71A6F277-466D-4AC5-9EAC-F8CC5F4AC961}" dt="2026-05-18T14:05:59.987" v="449" actId="14100"/>
          <ac:picMkLst>
            <pc:docMk/>
            <pc:sldMk cId="0" sldId="265"/>
            <ac:picMk id="9" creationId="{A3B0EFCE-974D-9A12-D0DF-C2D80813D1F4}"/>
          </ac:picMkLst>
        </pc:picChg>
      </pc:sldChg>
      <pc:sldChg chg="addSp delSp modSp mod">
        <pc:chgData name="Tanishk Sati" userId="c19b7e14d4775592" providerId="LiveId" clId="{71A6F277-466D-4AC5-9EAC-F8CC5F4AC961}" dt="2026-05-23T10:03:08.803" v="657" actId="20577"/>
        <pc:sldMkLst>
          <pc:docMk/>
          <pc:sldMk cId="0" sldId="266"/>
        </pc:sldMkLst>
        <pc:spChg chg="mod">
          <ac:chgData name="Tanishk Sati" userId="c19b7e14d4775592" providerId="LiveId" clId="{71A6F277-466D-4AC5-9EAC-F8CC5F4AC961}" dt="2026-05-18T12:00:15.415" v="169"/>
          <ac:spMkLst>
            <pc:docMk/>
            <pc:sldMk cId="0" sldId="266"/>
            <ac:spMk id="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53:37.645" v="308" actId="255"/>
          <ac:spMkLst>
            <pc:docMk/>
            <pc:sldMk cId="0" sldId="266"/>
            <ac:spMk id="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53:47.854" v="309" actId="14100"/>
          <ac:spMkLst>
            <pc:docMk/>
            <pc:sldMk cId="0" sldId="266"/>
            <ac:spMk id="5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00:15.415" v="169"/>
          <ac:spMkLst>
            <pc:docMk/>
            <pc:sldMk cId="0" sldId="266"/>
            <ac:spMk id="9" creationId="{00000000-0000-0000-0000-000000000000}"/>
          </ac:spMkLst>
        </pc:spChg>
        <pc:spChg chg="add mod">
          <ac:chgData name="Tanishk Sati" userId="c19b7e14d4775592" providerId="LiveId" clId="{71A6F277-466D-4AC5-9EAC-F8CC5F4AC961}" dt="2026-05-18T14:06:02.007" v="450"/>
          <ac:spMkLst>
            <pc:docMk/>
            <pc:sldMk cId="0" sldId="266"/>
            <ac:spMk id="21" creationId="{31A1CA5D-B3A4-D18A-6E4A-7D29E80A8210}"/>
          </ac:spMkLst>
        </pc:spChg>
        <pc:spChg chg="mod">
          <ac:chgData name="Tanishk Sati" userId="c19b7e14d4775592" providerId="LiveId" clId="{71A6F277-466D-4AC5-9EAC-F8CC5F4AC961}" dt="2026-05-18T12:54:44.143" v="325" actId="255"/>
          <ac:spMkLst>
            <pc:docMk/>
            <pc:sldMk cId="0" sldId="266"/>
            <ac:spMk id="22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3:01.251" v="651" actId="20577"/>
          <ac:spMkLst>
            <pc:docMk/>
            <pc:sldMk cId="0" sldId="266"/>
            <ac:spMk id="23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54:44.143" v="325" actId="255"/>
          <ac:spMkLst>
            <pc:docMk/>
            <pc:sldMk cId="0" sldId="266"/>
            <ac:spMk id="26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54:44.143" v="325" actId="255"/>
          <ac:spMkLst>
            <pc:docMk/>
            <pc:sldMk cId="0" sldId="266"/>
            <ac:spMk id="27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54:44.143" v="325" actId="255"/>
          <ac:spMkLst>
            <pc:docMk/>
            <pc:sldMk cId="0" sldId="266"/>
            <ac:spMk id="30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3:08.803" v="657" actId="20577"/>
          <ac:spMkLst>
            <pc:docMk/>
            <pc:sldMk cId="0" sldId="266"/>
            <ac:spMk id="31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54:05.876" v="310" actId="1076"/>
          <ac:spMkLst>
            <pc:docMk/>
            <pc:sldMk cId="0" sldId="266"/>
            <ac:spMk id="32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54:44.143" v="325" actId="255"/>
          <ac:spMkLst>
            <pc:docMk/>
            <pc:sldMk cId="0" sldId="266"/>
            <ac:spMk id="3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54:44.143" v="325" actId="255"/>
          <ac:spMkLst>
            <pc:docMk/>
            <pc:sldMk cId="0" sldId="266"/>
            <ac:spMk id="35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7:28.647" v="571" actId="20577"/>
          <ac:spMkLst>
            <pc:docMk/>
            <pc:sldMk cId="0" sldId="266"/>
            <ac:spMk id="36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66"/>
            <ac:spMk id="38" creationId="{00000000-0000-0000-0000-000000000000}"/>
          </ac:spMkLst>
        </pc:spChg>
        <pc:picChg chg="add mod">
          <ac:chgData name="Tanishk Sati" userId="c19b7e14d4775592" providerId="LiveId" clId="{71A6F277-466D-4AC5-9EAC-F8CC5F4AC961}" dt="2026-05-18T14:06:02.007" v="450"/>
          <ac:picMkLst>
            <pc:docMk/>
            <pc:sldMk cId="0" sldId="266"/>
            <ac:picMk id="25" creationId="{AE5CA389-B6CC-3DA8-CB67-95EA81F44407}"/>
          </ac:picMkLst>
        </pc:picChg>
      </pc:sldChg>
      <pc:sldChg chg="addSp delSp modSp mod">
        <pc:chgData name="Tanishk Sati" userId="c19b7e14d4775592" providerId="LiveId" clId="{71A6F277-466D-4AC5-9EAC-F8CC5F4AC961}" dt="2026-05-23T10:08:08.814" v="669" actId="20577"/>
        <pc:sldMkLst>
          <pc:docMk/>
          <pc:sldMk cId="0" sldId="267"/>
        </pc:sldMkLst>
        <pc:spChg chg="mod">
          <ac:chgData name="Tanishk Sati" userId="c19b7e14d4775592" providerId="LiveId" clId="{71A6F277-466D-4AC5-9EAC-F8CC5F4AC961}" dt="2026-05-18T13:01:16.935" v="376" actId="14100"/>
          <ac:spMkLst>
            <pc:docMk/>
            <pc:sldMk cId="0" sldId="267"/>
            <ac:spMk id="3" creationId="{00000000-0000-0000-0000-000000000000}"/>
          </ac:spMkLst>
        </pc:spChg>
        <pc:spChg chg="mod">
          <ac:chgData name="Tanishk Sati" userId="c19b7e14d4775592" providerId="LiveId" clId="{71A6F277-466D-4AC5-9EAC-F8CC5F4AC961}" dt="2026-05-18T13:01:05.231" v="374" actId="14100"/>
          <ac:spMkLst>
            <pc:docMk/>
            <pc:sldMk cId="0" sldId="267"/>
            <ac:spMk id="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55:25.441" v="326" actId="255"/>
          <ac:spMkLst>
            <pc:docMk/>
            <pc:sldMk cId="0" sldId="267"/>
            <ac:spMk id="7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5:10.832" v="662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5:10.832" v="662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8:08.814" v="669" actId="20577"/>
          <ac:spMkLst>
            <pc:docMk/>
            <pc:sldMk cId="0" sldId="267"/>
            <ac:spMk id="12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5:10.832" v="662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5:10.832" v="662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4:28.406" v="660" actId="107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4:28.406" v="660" actId="107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4:28.406" v="660" actId="107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4:28.406" v="660" actId="107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4:28.406" v="660" actId="1076"/>
          <ac:spMkLst>
            <pc:docMk/>
            <pc:sldMk cId="0" sldId="267"/>
            <ac:spMk id="19" creationId="{00000000-0000-0000-0000-000000000000}"/>
          </ac:spMkLst>
        </pc:spChg>
        <pc:spChg chg="add mod">
          <ac:chgData name="Tanishk Sati" userId="c19b7e14d4775592" providerId="LiveId" clId="{71A6F277-466D-4AC5-9EAC-F8CC5F4AC961}" dt="2026-05-18T14:06:04.117" v="451"/>
          <ac:spMkLst>
            <pc:docMk/>
            <pc:sldMk cId="0" sldId="267"/>
            <ac:spMk id="20" creationId="{97173FE1-5223-15BB-633B-9C7FA4FCCCF1}"/>
          </ac:spMkLst>
        </pc:spChg>
        <pc:spChg chg="mod">
          <ac:chgData name="Tanishk Sati" userId="c19b7e14d4775592" providerId="LiveId" clId="{71A6F277-466D-4AC5-9EAC-F8CC5F4AC961}" dt="2026-05-18T12:55:25.441" v="326" actId="255"/>
          <ac:spMkLst>
            <pc:docMk/>
            <pc:sldMk cId="0" sldId="267"/>
            <ac:spMk id="27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5:23.328" v="663" actId="1076"/>
          <ac:spMkLst>
            <pc:docMk/>
            <pc:sldMk cId="0" sldId="267"/>
            <ac:spMk id="30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5:23.328" v="663" actId="1076"/>
          <ac:spMkLst>
            <pc:docMk/>
            <pc:sldMk cId="0" sldId="267"/>
            <ac:spMk id="31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7:54.640" v="665" actId="20577"/>
          <ac:spMkLst>
            <pc:docMk/>
            <pc:sldMk cId="0" sldId="267"/>
            <ac:spMk id="32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5:23.328" v="663" actId="1076"/>
          <ac:spMkLst>
            <pc:docMk/>
            <pc:sldMk cId="0" sldId="267"/>
            <ac:spMk id="33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5:23.328" v="663" actId="1076"/>
          <ac:spMkLst>
            <pc:docMk/>
            <pc:sldMk cId="0" sldId="267"/>
            <ac:spMk id="34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4:49.066" v="661" actId="1076"/>
          <ac:spMkLst>
            <pc:docMk/>
            <pc:sldMk cId="0" sldId="267"/>
            <ac:spMk id="35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4:49.066" v="661" actId="1076"/>
          <ac:spMkLst>
            <pc:docMk/>
            <pc:sldMk cId="0" sldId="267"/>
            <ac:spMk id="36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8:02.280" v="667" actId="20577"/>
          <ac:spMkLst>
            <pc:docMk/>
            <pc:sldMk cId="0" sldId="267"/>
            <ac:spMk id="37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4:49.066" v="661" actId="1076"/>
          <ac:spMkLst>
            <pc:docMk/>
            <pc:sldMk cId="0" sldId="267"/>
            <ac:spMk id="38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04:49.066" v="661" actId="1076"/>
          <ac:spMkLst>
            <pc:docMk/>
            <pc:sldMk cId="0" sldId="267"/>
            <ac:spMk id="39" creationId="{00000000-0000-0000-0000-000000000000}"/>
          </ac:spMkLst>
        </pc:spChg>
        <pc:spChg chg="del mod">
          <ac:chgData name="Tanishk Sati" userId="c19b7e14d4775592" providerId="LiveId" clId="{71A6F277-466D-4AC5-9EAC-F8CC5F4AC961}" dt="2026-05-23T10:04:06.707" v="658" actId="478"/>
          <ac:spMkLst>
            <pc:docMk/>
            <pc:sldMk cId="0" sldId="267"/>
            <ac:spMk id="40" creationId="{00000000-0000-0000-0000-000000000000}"/>
          </ac:spMkLst>
        </pc:spChg>
        <pc:spChg chg="del mod">
          <ac:chgData name="Tanishk Sati" userId="c19b7e14d4775592" providerId="LiveId" clId="{71A6F277-466D-4AC5-9EAC-F8CC5F4AC961}" dt="2026-05-23T10:04:08.872" v="659" actId="478"/>
          <ac:spMkLst>
            <pc:docMk/>
            <pc:sldMk cId="0" sldId="267"/>
            <ac:spMk id="41" creationId="{00000000-0000-0000-0000-000000000000}"/>
          </ac:spMkLst>
        </pc:spChg>
        <pc:spChg chg="del mod">
          <ac:chgData name="Tanishk Sati" userId="c19b7e14d4775592" providerId="LiveId" clId="{71A6F277-466D-4AC5-9EAC-F8CC5F4AC961}" dt="2026-05-23T10:04:06.707" v="658" actId="478"/>
          <ac:spMkLst>
            <pc:docMk/>
            <pc:sldMk cId="0" sldId="267"/>
            <ac:spMk id="42" creationId="{00000000-0000-0000-0000-000000000000}"/>
          </ac:spMkLst>
        </pc:spChg>
        <pc:spChg chg="del mod">
          <ac:chgData name="Tanishk Sati" userId="c19b7e14d4775592" providerId="LiveId" clId="{71A6F277-466D-4AC5-9EAC-F8CC5F4AC961}" dt="2026-05-23T10:04:06.707" v="658" actId="478"/>
          <ac:spMkLst>
            <pc:docMk/>
            <pc:sldMk cId="0" sldId="267"/>
            <ac:spMk id="43" creationId="{00000000-0000-0000-0000-000000000000}"/>
          </ac:spMkLst>
        </pc:spChg>
        <pc:spChg chg="del mod">
          <ac:chgData name="Tanishk Sati" userId="c19b7e14d4775592" providerId="LiveId" clId="{71A6F277-466D-4AC5-9EAC-F8CC5F4AC961}" dt="2026-05-23T10:04:06.707" v="658" actId="478"/>
          <ac:spMkLst>
            <pc:docMk/>
            <pc:sldMk cId="0" sldId="267"/>
            <ac:spMk id="4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67"/>
            <ac:spMk id="46" creationId="{00000000-0000-0000-0000-000000000000}"/>
          </ac:spMkLst>
        </pc:spChg>
        <pc:picChg chg="add mod">
          <ac:chgData name="Tanishk Sati" userId="c19b7e14d4775592" providerId="LiveId" clId="{71A6F277-466D-4AC5-9EAC-F8CC5F4AC961}" dt="2026-05-18T14:06:04.117" v="451"/>
          <ac:picMkLst>
            <pc:docMk/>
            <pc:sldMk cId="0" sldId="267"/>
            <ac:picMk id="21" creationId="{84DD5398-9868-BAEC-41A6-AA1ABA57CA73}"/>
          </ac:picMkLst>
        </pc:picChg>
      </pc:sldChg>
      <pc:sldChg chg="addSp delSp modSp mod">
        <pc:chgData name="Tanishk Sati" userId="c19b7e14d4775592" providerId="LiveId" clId="{71A6F277-466D-4AC5-9EAC-F8CC5F4AC961}" dt="2026-05-23T09:52:47.726" v="537"/>
        <pc:sldMkLst>
          <pc:docMk/>
          <pc:sldMk cId="0" sldId="269"/>
        </pc:sldMkLst>
        <pc:spChg chg="add del mod">
          <ac:chgData name="Tanishk Sati" userId="c19b7e14d4775592" providerId="LiveId" clId="{71A6F277-466D-4AC5-9EAC-F8CC5F4AC961}" dt="2026-05-18T14:06:11.479" v="453" actId="20577"/>
          <ac:spMkLst>
            <pc:docMk/>
            <pc:sldMk cId="0" sldId="269"/>
            <ac:spMk id="2" creationId="{00000000-0000-0000-0000-000000000000}"/>
          </ac:spMkLst>
        </pc:spChg>
        <pc:spChg chg="add mod">
          <ac:chgData name="Tanishk Sati" userId="c19b7e14d4775592" providerId="LiveId" clId="{71A6F277-466D-4AC5-9EAC-F8CC5F4AC961}" dt="2026-05-18T14:06:06.590" v="452"/>
          <ac:spMkLst>
            <pc:docMk/>
            <pc:sldMk cId="0" sldId="269"/>
            <ac:spMk id="3" creationId="{83793587-7594-9E92-08D4-D5FE2C1CF8D9}"/>
          </ac:spMkLst>
        </pc:spChg>
        <pc:spChg chg="mod">
          <ac:chgData name="Tanishk Sati" userId="c19b7e14d4775592" providerId="LiveId" clId="{71A6F277-466D-4AC5-9EAC-F8CC5F4AC961}" dt="2026-05-18T13:04:45.198" v="394" actId="1076"/>
          <ac:spMkLst>
            <pc:docMk/>
            <pc:sldMk cId="0" sldId="269"/>
            <ac:spMk id="4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57:05.525" v="340" actId="14100"/>
          <ac:spMkLst>
            <pc:docMk/>
            <pc:sldMk cId="0" sldId="269"/>
            <ac:spMk id="8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69"/>
            <ac:spMk id="9" creationId="{00000000-0000-0000-0000-000000000000}"/>
          </ac:spMkLst>
        </pc:spChg>
        <pc:picChg chg="add mod">
          <ac:chgData name="Tanishk Sati" userId="c19b7e14d4775592" providerId="LiveId" clId="{71A6F277-466D-4AC5-9EAC-F8CC5F4AC961}" dt="2026-05-18T14:06:06.590" v="452"/>
          <ac:picMkLst>
            <pc:docMk/>
            <pc:sldMk cId="0" sldId="269"/>
            <ac:picMk id="5" creationId="{94847A11-0297-CCB7-8678-BBEE0D55E444}"/>
          </ac:picMkLst>
        </pc:picChg>
      </pc:sldChg>
      <pc:sldChg chg="delSp modSp mod">
        <pc:chgData name="Tanishk Sati" userId="c19b7e14d4775592" providerId="LiveId" clId="{71A6F277-466D-4AC5-9EAC-F8CC5F4AC961}" dt="2026-05-23T09:59:26.488" v="610"/>
        <pc:sldMkLst>
          <pc:docMk/>
          <pc:sldMk cId="0" sldId="270"/>
        </pc:sldMkLst>
        <pc:spChg chg="mod">
          <ac:chgData name="Tanishk Sati" userId="c19b7e14d4775592" providerId="LiveId" clId="{71A6F277-466D-4AC5-9EAC-F8CC5F4AC961}" dt="2026-05-18T12:57:46.103" v="345" actId="20577"/>
          <ac:spMkLst>
            <pc:docMk/>
            <pc:sldMk cId="0" sldId="270"/>
            <ac:spMk id="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70"/>
            <ac:spMk id="8" creationId="{00000000-0000-0000-0000-000000000000}"/>
          </ac:spMkLst>
        </pc:spChg>
        <pc:graphicFrameChg chg="mod modGraphic">
          <ac:chgData name="Tanishk Sati" userId="c19b7e14d4775592" providerId="LiveId" clId="{71A6F277-466D-4AC5-9EAC-F8CC5F4AC961}" dt="2026-05-23T09:59:26.488" v="610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delSp modSp mod">
        <pc:chgData name="Tanishk Sati" userId="c19b7e14d4775592" providerId="LiveId" clId="{71A6F277-466D-4AC5-9EAC-F8CC5F4AC961}" dt="2026-05-23T09:59:26.488" v="610"/>
        <pc:sldMkLst>
          <pc:docMk/>
          <pc:sldMk cId="0" sldId="271"/>
        </pc:sldMkLst>
        <pc:spChg chg="mod">
          <ac:chgData name="Tanishk Sati" userId="c19b7e14d4775592" providerId="LiveId" clId="{71A6F277-466D-4AC5-9EAC-F8CC5F4AC961}" dt="2026-05-18T12:00:15.415" v="169"/>
          <ac:spMkLst>
            <pc:docMk/>
            <pc:sldMk cId="0" sldId="271"/>
            <ac:spMk id="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71"/>
            <ac:spMk id="8" creationId="{00000000-0000-0000-0000-000000000000}"/>
          </ac:spMkLst>
        </pc:spChg>
        <pc:graphicFrameChg chg="mod modGraphic">
          <ac:chgData name="Tanishk Sati" userId="c19b7e14d4775592" providerId="LiveId" clId="{71A6F277-466D-4AC5-9EAC-F8CC5F4AC961}" dt="2026-05-23T09:59:26.488" v="610"/>
          <ac:graphicFrameMkLst>
            <pc:docMk/>
            <pc:sldMk cId="0" sldId="271"/>
            <ac:graphicFrameMk id="17" creationId="{00000000-0000-0000-0000-000000000000}"/>
          </ac:graphicFrameMkLst>
        </pc:graphicFrameChg>
      </pc:sldChg>
      <pc:sldChg chg="delSp modSp mod">
        <pc:chgData name="Tanishk Sati" userId="c19b7e14d4775592" providerId="LiveId" clId="{71A6F277-466D-4AC5-9EAC-F8CC5F4AC961}" dt="2026-05-23T09:59:26.488" v="610"/>
        <pc:sldMkLst>
          <pc:docMk/>
          <pc:sldMk cId="0" sldId="272"/>
        </pc:sldMkLst>
        <pc:spChg chg="mod">
          <ac:chgData name="Tanishk Sati" userId="c19b7e14d4775592" providerId="LiveId" clId="{71A6F277-466D-4AC5-9EAC-F8CC5F4AC961}" dt="2026-05-18T12:00:15.415" v="169"/>
          <ac:spMkLst>
            <pc:docMk/>
            <pc:sldMk cId="0" sldId="272"/>
            <ac:spMk id="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72"/>
            <ac:spMk id="8" creationId="{00000000-0000-0000-0000-000000000000}"/>
          </ac:spMkLst>
        </pc:spChg>
        <pc:graphicFrameChg chg="mod">
          <ac:chgData name="Tanishk Sati" userId="c19b7e14d4775592" providerId="LiveId" clId="{71A6F277-466D-4AC5-9EAC-F8CC5F4AC961}" dt="2026-05-23T09:59:26.488" v="610"/>
          <ac:graphicFrameMkLst>
            <pc:docMk/>
            <pc:sldMk cId="0" sldId="272"/>
            <ac:graphicFrameMk id="18" creationId="{00000000-0000-0000-0000-000000000000}"/>
          </ac:graphicFrameMkLst>
        </pc:graphicFrameChg>
      </pc:sldChg>
      <pc:sldChg chg="delSp modSp mod">
        <pc:chgData name="Tanishk Sati" userId="c19b7e14d4775592" providerId="LiveId" clId="{71A6F277-466D-4AC5-9EAC-F8CC5F4AC961}" dt="2026-05-23T09:53:48.632" v="540" actId="20577"/>
        <pc:sldMkLst>
          <pc:docMk/>
          <pc:sldMk cId="0" sldId="273"/>
        </pc:sldMkLst>
        <pc:spChg chg="mod">
          <ac:chgData name="Tanishk Sati" userId="c19b7e14d4775592" providerId="LiveId" clId="{71A6F277-466D-4AC5-9EAC-F8CC5F4AC961}" dt="2026-05-18T12:00:15.415" v="169"/>
          <ac:spMkLst>
            <pc:docMk/>
            <pc:sldMk cId="0" sldId="273"/>
            <ac:spMk id="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73"/>
            <ac:spMk id="8" creationId="{00000000-0000-0000-0000-000000000000}"/>
          </ac:spMkLst>
        </pc:spChg>
        <pc:graphicFrameChg chg="mod modGraphic">
          <ac:chgData name="Tanishk Sati" userId="c19b7e14d4775592" providerId="LiveId" clId="{71A6F277-466D-4AC5-9EAC-F8CC5F4AC961}" dt="2026-05-23T09:53:48.632" v="540" actId="20577"/>
          <ac:graphicFrameMkLst>
            <pc:docMk/>
            <pc:sldMk cId="0" sldId="273"/>
            <ac:graphicFrameMk id="19" creationId="{00000000-0000-0000-0000-000000000000}"/>
          </ac:graphicFrameMkLst>
        </pc:graphicFrameChg>
      </pc:sldChg>
      <pc:sldChg chg="delSp modSp mod">
        <pc:chgData name="Tanishk Sati" userId="c19b7e14d4775592" providerId="LiveId" clId="{71A6F277-466D-4AC5-9EAC-F8CC5F4AC961}" dt="2026-05-23T09:59:26.488" v="610"/>
        <pc:sldMkLst>
          <pc:docMk/>
          <pc:sldMk cId="0" sldId="274"/>
        </pc:sldMkLst>
        <pc:spChg chg="mod">
          <ac:chgData name="Tanishk Sati" userId="c19b7e14d4775592" providerId="LiveId" clId="{71A6F277-466D-4AC5-9EAC-F8CC5F4AC961}" dt="2026-05-18T12:00:15.415" v="169"/>
          <ac:spMkLst>
            <pc:docMk/>
            <pc:sldMk cId="0" sldId="274"/>
            <ac:spMk id="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74"/>
            <ac:spMk id="8" creationId="{00000000-0000-0000-0000-000000000000}"/>
          </ac:spMkLst>
        </pc:spChg>
        <pc:graphicFrameChg chg="mod modGraphic">
          <ac:chgData name="Tanishk Sati" userId="c19b7e14d4775592" providerId="LiveId" clId="{71A6F277-466D-4AC5-9EAC-F8CC5F4AC961}" dt="2026-05-23T09:59:26.488" v="610"/>
          <ac:graphicFrameMkLst>
            <pc:docMk/>
            <pc:sldMk cId="0" sldId="274"/>
            <ac:graphicFrameMk id="20" creationId="{00000000-0000-0000-0000-000000000000}"/>
          </ac:graphicFrameMkLst>
        </pc:graphicFrameChg>
      </pc:sldChg>
      <pc:sldChg chg="delSp modSp mod">
        <pc:chgData name="Tanishk Sati" userId="c19b7e14d4775592" providerId="LiveId" clId="{71A6F277-466D-4AC5-9EAC-F8CC5F4AC961}" dt="2026-05-23T10:19:18.608" v="745" actId="2165"/>
        <pc:sldMkLst>
          <pc:docMk/>
          <pc:sldMk cId="0" sldId="275"/>
        </pc:sldMkLst>
        <pc:spChg chg="mod">
          <ac:chgData name="Tanishk Sati" userId="c19b7e14d4775592" providerId="LiveId" clId="{71A6F277-466D-4AC5-9EAC-F8CC5F4AC961}" dt="2026-05-18T12:00:15.415" v="169"/>
          <ac:spMkLst>
            <pc:docMk/>
            <pc:sldMk cId="0" sldId="275"/>
            <ac:spMk id="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75"/>
            <ac:spMk id="8" creationId="{00000000-0000-0000-0000-000000000000}"/>
          </ac:spMkLst>
        </pc:spChg>
        <pc:graphicFrameChg chg="mod modGraphic">
          <ac:chgData name="Tanishk Sati" userId="c19b7e14d4775592" providerId="LiveId" clId="{71A6F277-466D-4AC5-9EAC-F8CC5F4AC961}" dt="2026-05-23T10:19:18.608" v="745" actId="2165"/>
          <ac:graphicFrameMkLst>
            <pc:docMk/>
            <pc:sldMk cId="0" sldId="275"/>
            <ac:graphicFrameMk id="21" creationId="{00000000-0000-0000-0000-000000000000}"/>
          </ac:graphicFrameMkLst>
        </pc:graphicFrameChg>
      </pc:sldChg>
      <pc:sldChg chg="delSp modSp mod">
        <pc:chgData name="Tanishk Sati" userId="c19b7e14d4775592" providerId="LiveId" clId="{71A6F277-466D-4AC5-9EAC-F8CC5F4AC961}" dt="2026-05-23T10:19:39.125" v="747" actId="2165"/>
        <pc:sldMkLst>
          <pc:docMk/>
          <pc:sldMk cId="0" sldId="276"/>
        </pc:sldMkLst>
        <pc:spChg chg="mod">
          <ac:chgData name="Tanishk Sati" userId="c19b7e14d4775592" providerId="LiveId" clId="{71A6F277-466D-4AC5-9EAC-F8CC5F4AC961}" dt="2026-05-18T12:00:15.415" v="169"/>
          <ac:spMkLst>
            <pc:docMk/>
            <pc:sldMk cId="0" sldId="276"/>
            <ac:spMk id="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76"/>
            <ac:spMk id="8" creationId="{00000000-0000-0000-0000-000000000000}"/>
          </ac:spMkLst>
        </pc:spChg>
        <pc:graphicFrameChg chg="mod modGraphic">
          <ac:chgData name="Tanishk Sati" userId="c19b7e14d4775592" providerId="LiveId" clId="{71A6F277-466D-4AC5-9EAC-F8CC5F4AC961}" dt="2026-05-23T10:19:39.125" v="747" actId="2165"/>
          <ac:graphicFrameMkLst>
            <pc:docMk/>
            <pc:sldMk cId="0" sldId="276"/>
            <ac:graphicFrameMk id="22" creationId="{00000000-0000-0000-0000-000000000000}"/>
          </ac:graphicFrameMkLst>
        </pc:graphicFrameChg>
      </pc:sldChg>
      <pc:sldChg chg="delSp modSp mod">
        <pc:chgData name="Tanishk Sati" userId="c19b7e14d4775592" providerId="LiveId" clId="{71A6F277-466D-4AC5-9EAC-F8CC5F4AC961}" dt="2026-05-23T09:52:47.726" v="537"/>
        <pc:sldMkLst>
          <pc:docMk/>
          <pc:sldMk cId="0" sldId="277"/>
        </pc:sldMkLst>
        <pc:spChg chg="mod">
          <ac:chgData name="Tanishk Sati" userId="c19b7e14d4775592" providerId="LiveId" clId="{71A6F277-466D-4AC5-9EAC-F8CC5F4AC961}" dt="2026-05-18T13:12:29.484" v="407" actId="20577"/>
          <ac:spMkLst>
            <pc:docMk/>
            <pc:sldMk cId="0" sldId="277"/>
            <ac:spMk id="4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77"/>
            <ac:spMk id="8" creationId="{00000000-0000-0000-0000-000000000000}"/>
          </ac:spMkLst>
        </pc:spChg>
        <pc:graphicFrameChg chg="mod">
          <ac:chgData name="Tanishk Sati" userId="c19b7e14d4775592" providerId="LiveId" clId="{71A6F277-466D-4AC5-9EAC-F8CC5F4AC961}" dt="2026-05-23T09:51:56.423" v="536" actId="1037"/>
          <ac:graphicFrameMkLst>
            <pc:docMk/>
            <pc:sldMk cId="0" sldId="277"/>
            <ac:graphicFrameMk id="23" creationId="{00000000-0000-0000-0000-000000000000}"/>
          </ac:graphicFrameMkLst>
        </pc:graphicFrameChg>
      </pc:sldChg>
      <pc:sldChg chg="addSp delSp modSp mod ord">
        <pc:chgData name="Tanishk Sati" userId="c19b7e14d4775592" providerId="LiveId" clId="{71A6F277-466D-4AC5-9EAC-F8CC5F4AC961}" dt="2026-05-23T10:20:00.672" v="749" actId="20577"/>
        <pc:sldMkLst>
          <pc:docMk/>
          <pc:sldMk cId="0" sldId="281"/>
        </pc:sldMkLst>
        <pc:spChg chg="add mod">
          <ac:chgData name="Tanishk Sati" userId="c19b7e14d4775592" providerId="LiveId" clId="{71A6F277-466D-4AC5-9EAC-F8CC5F4AC961}" dt="2026-05-18T14:06:18.251" v="454"/>
          <ac:spMkLst>
            <pc:docMk/>
            <pc:sldMk cId="0" sldId="281"/>
            <ac:spMk id="3" creationId="{673733C1-C01E-576F-F716-C50B49C09229}"/>
          </ac:spMkLst>
        </pc:spChg>
        <pc:spChg chg="mod">
          <ac:chgData name="Tanishk Sati" userId="c19b7e14d4775592" providerId="LiveId" clId="{71A6F277-466D-4AC5-9EAC-F8CC5F4AC961}" dt="2026-05-23T09:58:03.777" v="590" actId="20577"/>
          <ac:spMkLst>
            <pc:docMk/>
            <pc:sldMk cId="0" sldId="281"/>
            <ac:spMk id="7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00:15.415" v="169"/>
          <ac:spMkLst>
            <pc:docMk/>
            <pc:sldMk cId="0" sldId="281"/>
            <ac:spMk id="9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8:13.461" v="592" actId="20577"/>
          <ac:spMkLst>
            <pc:docMk/>
            <pc:sldMk cId="0" sldId="281"/>
            <ac:spMk id="13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15:41.379" v="741" actId="20577"/>
          <ac:spMkLst>
            <pc:docMk/>
            <pc:sldMk cId="0" sldId="281"/>
            <ac:spMk id="15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8:17.788" v="594" actId="20577"/>
          <ac:spMkLst>
            <pc:docMk/>
            <pc:sldMk cId="0" sldId="281"/>
            <ac:spMk id="19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00:15.415" v="169"/>
          <ac:spMkLst>
            <pc:docMk/>
            <pc:sldMk cId="0" sldId="281"/>
            <ac:spMk id="21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8:21.062" v="596" actId="20577"/>
          <ac:spMkLst>
            <pc:docMk/>
            <pc:sldMk cId="0" sldId="281"/>
            <ac:spMk id="25" creationId="{00000000-0000-0000-0000-000000000000}"/>
          </ac:spMkLst>
        </pc:spChg>
        <pc:spChg chg="mod">
          <ac:chgData name="Tanishk Sati" userId="c19b7e14d4775592" providerId="LiveId" clId="{71A6F277-466D-4AC5-9EAC-F8CC5F4AC961}" dt="2026-05-18T12:00:15.415" v="169"/>
          <ac:spMkLst>
            <pc:docMk/>
            <pc:sldMk cId="0" sldId="281"/>
            <ac:spMk id="27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8:25.370" v="598" actId="20577"/>
          <ac:spMkLst>
            <pc:docMk/>
            <pc:sldMk cId="0" sldId="281"/>
            <ac:spMk id="31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10:35.689" v="702" actId="20577"/>
          <ac:spMkLst>
            <pc:docMk/>
            <pc:sldMk cId="0" sldId="281"/>
            <ac:spMk id="33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8:31.145" v="604" actId="20577"/>
          <ac:spMkLst>
            <pc:docMk/>
            <pc:sldMk cId="0" sldId="281"/>
            <ac:spMk id="37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10:05.682" v="696" actId="20577"/>
          <ac:spMkLst>
            <pc:docMk/>
            <pc:sldMk cId="0" sldId="281"/>
            <ac:spMk id="39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8:35.741" v="606" actId="20577"/>
          <ac:spMkLst>
            <pc:docMk/>
            <pc:sldMk cId="0" sldId="281"/>
            <ac:spMk id="43" creationId="{00000000-0000-0000-0000-000000000000}"/>
          </ac:spMkLst>
        </pc:spChg>
        <pc:spChg chg="mod">
          <ac:chgData name="Tanishk Sati" userId="c19b7e14d4775592" providerId="LiveId" clId="{71A6F277-466D-4AC5-9EAC-F8CC5F4AC961}" dt="2026-05-23T10:20:00.672" v="749" actId="20577"/>
          <ac:spMkLst>
            <pc:docMk/>
            <pc:sldMk cId="0" sldId="281"/>
            <ac:spMk id="45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8:39.122" v="608" actId="20577"/>
          <ac:spMkLst>
            <pc:docMk/>
            <pc:sldMk cId="0" sldId="281"/>
            <ac:spMk id="49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8:54.698" v="609" actId="20577"/>
          <ac:spMkLst>
            <pc:docMk/>
            <pc:sldMk cId="0" sldId="281"/>
            <ac:spMk id="50" creationId="{00000000-0000-0000-0000-000000000000}"/>
          </ac:spMkLst>
        </pc:spChg>
        <pc:spChg chg="mod">
          <ac:chgData name="Tanishk Sati" userId="c19b7e14d4775592" providerId="LiveId" clId="{71A6F277-466D-4AC5-9EAC-F8CC5F4AC961}" dt="2026-05-23T09:52:47.726" v="537"/>
          <ac:spMkLst>
            <pc:docMk/>
            <pc:sldMk cId="0" sldId="281"/>
            <ac:spMk id="53" creationId="{00000000-0000-0000-0000-000000000000}"/>
          </ac:spMkLst>
        </pc:spChg>
        <pc:picChg chg="add mod">
          <ac:chgData name="Tanishk Sati" userId="c19b7e14d4775592" providerId="LiveId" clId="{71A6F277-466D-4AC5-9EAC-F8CC5F4AC961}" dt="2026-05-18T14:06:18.251" v="454"/>
          <ac:picMkLst>
            <pc:docMk/>
            <pc:sldMk cId="0" sldId="281"/>
            <ac:picMk id="54" creationId="{C516104D-94B2-42B4-F309-FEF481F6FD4B}"/>
          </ac:picMkLst>
        </pc:picChg>
      </pc:sldChg>
      <pc:sldChg chg="addSp delSp modSp add mod">
        <pc:chgData name="Tanishk Sati" userId="c19b7e14d4775592" providerId="LiveId" clId="{71A6F277-466D-4AC5-9EAC-F8CC5F4AC961}" dt="2026-05-23T09:53:16.303" v="538" actId="478"/>
        <pc:sldMkLst>
          <pc:docMk/>
          <pc:sldMk cId="1270092256" sldId="282"/>
        </pc:sldMkLst>
        <pc:spChg chg="mod">
          <ac:chgData name="Tanishk Sati" userId="c19b7e14d4775592" providerId="LiveId" clId="{71A6F277-466D-4AC5-9EAC-F8CC5F4AC961}" dt="2026-05-18T12:46:17.915" v="271" actId="20577"/>
          <ac:spMkLst>
            <pc:docMk/>
            <pc:sldMk cId="1270092256" sldId="282"/>
            <ac:spMk id="42" creationId="{04DB2C19-2049-3834-CD5F-0F4FEE357A6B}"/>
          </ac:spMkLst>
        </pc:spChg>
        <pc:spChg chg="del mod">
          <ac:chgData name="Tanishk Sati" userId="c19b7e14d4775592" providerId="LiveId" clId="{71A6F277-466D-4AC5-9EAC-F8CC5F4AC961}" dt="2026-05-23T09:53:16.303" v="538" actId="478"/>
          <ac:spMkLst>
            <pc:docMk/>
            <pc:sldMk cId="1270092256" sldId="282"/>
            <ac:spMk id="43" creationId="{296997FA-3F45-15EF-89A4-49448FDBD15B}"/>
          </ac:spMkLst>
        </pc:spChg>
        <pc:picChg chg="add mod">
          <ac:chgData name="Tanishk Sati" userId="c19b7e14d4775592" providerId="LiveId" clId="{71A6F277-466D-4AC5-9EAC-F8CC5F4AC961}" dt="2026-05-18T12:46:34.697" v="277" actId="14100"/>
          <ac:picMkLst>
            <pc:docMk/>
            <pc:sldMk cId="1270092256" sldId="282"/>
            <ac:picMk id="45" creationId="{EB87DB49-2A3D-E6EA-A8DD-4126F81785F1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7552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A72FE-2D25-B082-BFA8-C88F4759C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1B5E1-656A-8DD1-572E-79AEA2464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428AA-75BA-BF8F-0630-66F7C645A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098EB-2E61-AD91-121D-1B35AEC4D6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489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54201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25104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6883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85707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65176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1586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5551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8097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4117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6918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24954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2990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74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899648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7032" y="1692910"/>
            <a:ext cx="6337936" cy="1297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50000"/>
              </a:lnSpc>
            </a:pPr>
            <a:r>
              <a:rPr lang="en-US" sz="2800" b="1" kern="0" spc="300" dirty="0">
                <a:solidFill>
                  <a:schemeClr val="bg1"/>
                </a:solidFill>
              </a:rPr>
              <a:t>SUSTAINABILITY CERTIFICATIONS</a:t>
            </a:r>
          </a:p>
          <a:p>
            <a:pPr algn="ctr">
              <a:lnSpc>
                <a:spcPct val="150000"/>
              </a:lnSpc>
            </a:pPr>
            <a:r>
              <a:rPr lang="en-US" sz="2800" b="1" kern="0" spc="300" dirty="0">
                <a:solidFill>
                  <a:schemeClr val="bg1"/>
                </a:solidFill>
              </a:rPr>
              <a:t>&amp; COALITIONS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82980" y="489077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Presented by: Tanishk Sati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2980" y="533095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D8DC"/>
                </a:solidFill>
              </a:rPr>
              <a:t>CSRWorks International </a:t>
            </a:r>
            <a:endParaRPr lang="en-US" sz="1400" b="1" dirty="0"/>
          </a:p>
        </p:txBody>
      </p:sp>
      <p:sp>
        <p:nvSpPr>
          <p:cNvPr id="21" name="Text 19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chemeClr val="bg1"/>
                </a:solidFill>
              </a:rPr>
              <a:t>1 / 21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EC9BA5-E5E6-1BB4-A6F3-B451FE0C3417}"/>
              </a:ext>
            </a:extLst>
          </p:cNvPr>
          <p:cNvSpPr/>
          <p:nvPr/>
        </p:nvSpPr>
        <p:spPr>
          <a:xfrm>
            <a:off x="10058400" y="164698"/>
            <a:ext cx="2133600" cy="641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0" name="Picture 6" descr="Media - CSRWorks International">
            <a:extLst>
              <a:ext uri="{FF2B5EF4-FFF2-40B4-BE49-F238E27FC236}">
                <a16:creationId xmlns:a16="http://schemas.microsoft.com/office/drawing/2014/main" id="{403D8CAC-DCDB-A041-965F-237CD8125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548" y="279262"/>
            <a:ext cx="2032000" cy="41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18288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Occupational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Health &amp; Safety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2D8DC"/>
                </a:solidFill>
              </a:rPr>
              <a:t>Global OHS standards including new Western-nation certifications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5943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B2D8DC"/>
                </a:solidFill>
              </a:rPr>
              <a:t>See the Annexure for full detail tables 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chemeClr val="bg1"/>
                </a:solidFill>
              </a:rPr>
              <a:t>2 / 21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286250" y="1014476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176C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2282" y="10419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ISO 45001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42282" y="12887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C"/>
                </a:solidFill>
              </a:rPr>
              <a:t>Global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014476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176C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0419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OHSAS 18001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85632" y="12887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C"/>
                </a:solidFill>
              </a:rPr>
              <a:t>UK/Global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86250" y="1924558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176C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2282" y="195199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NEBOSH IGC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2282" y="219887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C"/>
                </a:solidFill>
              </a:rPr>
              <a:t>UK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1915160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5632" y="1942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OSHA VPP 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85632" y="21894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C"/>
                </a:solidFill>
              </a:rPr>
              <a:t>USA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86250" y="2834640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2282" y="28620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ANSI Z10 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42282" y="310896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C"/>
                </a:solidFill>
              </a:rPr>
              <a:t>USA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2834640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85632" y="28620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CSA Z1000  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85632" y="310896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C"/>
                </a:solidFill>
              </a:rPr>
              <a:t>Canada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86250" y="3799332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42282" y="38267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SABS OHSAS  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42282" y="407365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C"/>
                </a:solidFill>
              </a:rPr>
              <a:t>South Africa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29600" y="3791966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85632" y="381939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JISHA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85632" y="406628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C"/>
                </a:solidFill>
              </a:rPr>
              <a:t>Japan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286250" y="4700016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42282" y="47274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KOSHA OSHMS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42282" y="497433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C"/>
                </a:solidFill>
              </a:rPr>
              <a:t>Korea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229600" y="4697476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85632" y="47249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DOSH OSHMS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485632" y="49717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C"/>
                </a:solidFill>
              </a:rPr>
              <a:t>Malaysia</a:t>
            </a:r>
            <a:endParaRPr lang="en-US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F26582-1AA3-1AF0-9EE4-BBF101C93135}"/>
              </a:ext>
            </a:extLst>
          </p:cNvPr>
          <p:cNvSpPr/>
          <p:nvPr/>
        </p:nvSpPr>
        <p:spPr>
          <a:xfrm>
            <a:off x="10058400" y="164698"/>
            <a:ext cx="2133600" cy="641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6" descr="Media - CSRWorks International">
            <a:extLst>
              <a:ext uri="{FF2B5EF4-FFF2-40B4-BE49-F238E27FC236}">
                <a16:creationId xmlns:a16="http://schemas.microsoft.com/office/drawing/2014/main" id="{F9CF5F80-7506-E6C4-584C-B1FC8C2F2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548" y="279262"/>
            <a:ext cx="2032000" cy="41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40"/>
                </a:solidFill>
              </a:rPr>
              <a:t>Occupational Health &amp; Safety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955800" cy="256032"/>
          </a:xfrm>
          <a:prstGeom prst="rect">
            <a:avLst/>
          </a:prstGeom>
          <a:solidFill>
            <a:srgbClr val="176C75"/>
          </a:solidFill>
          <a:ln w="12700">
            <a:solidFill>
              <a:srgbClr val="176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19113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</a:rPr>
              <a:t>OHS CERTIFICATIONS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730752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3730752" cy="457200"/>
          </a:xfrm>
          <a:prstGeom prst="rect">
            <a:avLst/>
          </a:prstGeom>
          <a:solidFill>
            <a:srgbClr val="176C75"/>
          </a:solidFill>
          <a:ln w="12700">
            <a:solidFill>
              <a:srgbClr val="176C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52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Standards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8856" y="2194560"/>
            <a:ext cx="54864" cy="54864"/>
          </a:xfrm>
          <a:prstGeom prst="rect">
            <a:avLst/>
          </a:prstGeom>
          <a:solidFill>
            <a:srgbClr val="176C75"/>
          </a:solidFill>
          <a:ln w="12700">
            <a:solidFill>
              <a:srgbClr val="176C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8308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3B40"/>
                </a:solidFill>
                <a:cs typeface="Times New Roman" panose="02020603050405020304" pitchFamily="18" charset="0"/>
              </a:rPr>
              <a:t>ISO 45001:2018 - the gold standard for OHS management systems worldwide</a:t>
            </a:r>
            <a:endParaRPr lang="en-US" sz="1200" dirty="0"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54864" cy="54864"/>
          </a:xfrm>
          <a:prstGeom prst="rect">
            <a:avLst/>
          </a:prstGeom>
          <a:solidFill>
            <a:srgbClr val="176C75"/>
          </a:solidFill>
          <a:ln w="12700">
            <a:solidFill>
              <a:srgbClr val="176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88036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3B40"/>
                </a:solidFill>
                <a:cs typeface="Times New Roman" panose="02020603050405020304" pitchFamily="18" charset="0"/>
              </a:rPr>
              <a:t>OHSAS 18001 - legacy standard, now superseded by ISO 45001</a:t>
            </a:r>
            <a:endParaRPr lang="en-US" sz="1200" dirty="0"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2920" y="4379976"/>
            <a:ext cx="54864" cy="54864"/>
          </a:xfrm>
          <a:prstGeom prst="rect">
            <a:avLst/>
          </a:prstGeom>
          <a:solidFill>
            <a:srgbClr val="176C75"/>
          </a:solidFill>
          <a:ln w="12700">
            <a:solidFill>
              <a:srgbClr val="176C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97764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3B40"/>
                </a:solidFill>
                <a:cs typeface="Times New Roman" panose="02020603050405020304" pitchFamily="18" charset="0"/>
              </a:rPr>
              <a:t>NEBOSH IGC - globally recognized individual qualification</a:t>
            </a:r>
            <a:endParaRPr lang="en-US" sz="1200" dirty="0"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79392" y="1234440"/>
            <a:ext cx="3730752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79392" y="1234440"/>
            <a:ext cx="37307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252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Western Nations  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15536" y="2167128"/>
            <a:ext cx="5486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424" y="178308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3B40"/>
                </a:solidFill>
                <a:cs typeface="Times New Roman" panose="02020603050405020304" pitchFamily="18" charset="0"/>
              </a:rPr>
              <a:t>OSHA VPP (USA) - Voluntary Protection Program, cooperative OSHA scheme</a:t>
            </a:r>
            <a:endParaRPr lang="en-US" sz="1200" dirty="0"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416552" y="3264408"/>
            <a:ext cx="5486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35424" y="288036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3B40"/>
                </a:solidFill>
                <a:cs typeface="Times New Roman" panose="02020603050405020304" pitchFamily="18" charset="0"/>
              </a:rPr>
              <a:t>SABS OHSAS (South Africa) - aligned with OHSAS 18001 / ISO 45001</a:t>
            </a:r>
            <a:endParaRPr lang="en-US" sz="1200" dirty="0"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93024" y="1234440"/>
            <a:ext cx="3730752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93024" y="1234440"/>
            <a:ext cx="373075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84464" y="1252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Asian Standards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30184" y="2194560"/>
            <a:ext cx="5486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49056" y="178308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3B40"/>
                </a:solidFill>
                <a:cs typeface="Times New Roman" panose="02020603050405020304" pitchFamily="18" charset="0"/>
              </a:rPr>
              <a:t>JISHA (Japan) - Japan Industrial Safety &amp; Health Association certification</a:t>
            </a:r>
            <a:endParaRPr lang="en-US" sz="1200" dirty="0"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30184" y="3300984"/>
            <a:ext cx="5486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49056" y="288036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3B40"/>
                </a:solidFill>
                <a:cs typeface="Times New Roman" panose="02020603050405020304" pitchFamily="18" charset="0"/>
              </a:rPr>
              <a:t>KOSHA OSHMS (South Korea) - Korea OHS management system</a:t>
            </a:r>
            <a:endParaRPr lang="en-US" sz="1200" dirty="0"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330184" y="4379976"/>
            <a:ext cx="5486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49056" y="397764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3B40"/>
                </a:solidFill>
                <a:cs typeface="Times New Roman" panose="02020603050405020304" pitchFamily="18" charset="0"/>
              </a:rPr>
              <a:t>DOSH OSHMS (Malaysia) - Malaysia Dept. of Occupational Safety &amp; Health</a:t>
            </a:r>
            <a:endParaRPr lang="en-US" sz="1200" dirty="0"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</a:rPr>
              <a:t>Full process details and certified companies → See Annexure A (Slide 14)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546E7A"/>
                </a:solidFill>
              </a:rPr>
              <a:t>3/ 21</a:t>
            </a:r>
            <a:endParaRPr lang="en-US" sz="800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68F5A0-19B8-A792-1DF1-E41D4EF5B3CD}"/>
              </a:ext>
            </a:extLst>
          </p:cNvPr>
          <p:cNvSpPr/>
          <p:nvPr/>
        </p:nvSpPr>
        <p:spPr>
          <a:xfrm>
            <a:off x="10058400" y="164698"/>
            <a:ext cx="2133600" cy="641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6" descr="Media - CSRWorks International">
            <a:extLst>
              <a:ext uri="{FF2B5EF4-FFF2-40B4-BE49-F238E27FC236}">
                <a16:creationId xmlns:a16="http://schemas.microsoft.com/office/drawing/2014/main" id="{B0901EBB-0621-BF85-328D-3555C9C9E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548" y="279262"/>
            <a:ext cx="2032000" cy="41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76C75"/>
          </a:solidFill>
          <a:ln w="12700">
            <a:solidFill>
              <a:srgbClr val="176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Cybersecurity &amp;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Info Security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2D8DC"/>
                </a:solidFill>
              </a:rPr>
              <a:t>Global certifications across USA, Europe, Asia &amp; international frameworks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5943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B2D8DC"/>
                </a:solidFill>
              </a:rPr>
              <a:t>See the Annexure for full detail tables 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546E7A"/>
                </a:solidFill>
              </a:rPr>
              <a:t>4/ 21</a:t>
            </a:r>
            <a:endParaRPr lang="en-US" sz="800" b="1" dirty="0"/>
          </a:p>
        </p:txBody>
      </p:sp>
      <p:sp>
        <p:nvSpPr>
          <p:cNvPr id="8" name="Shape 6"/>
          <p:cNvSpPr/>
          <p:nvPr/>
        </p:nvSpPr>
        <p:spPr>
          <a:xfrm>
            <a:off x="4572000" y="1093788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1212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ISO/IEC 27001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8032" y="13681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</a:rPr>
              <a:t>Global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093788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1212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SOC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85632" y="13681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</a:rPr>
              <a:t>USA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020570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04800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FedRAMP 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229489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</a:rPr>
              <a:t>🇺🇸 USA (Cloud/Govt)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2025269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5632" y="2052701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CMMC 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85632" y="2299589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</a:rPr>
              <a:t>USA (Defense)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2940177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967609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NIST CSF 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8032" y="3214497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</a:rPr>
              <a:t>USA (Framework)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2953512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3886454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91388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CSA STAR  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416077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</a:rPr>
              <a:t>Global (Cloud)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29600" y="3877818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85632" y="390525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Common Criteria  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85632" y="415213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</a:rPr>
              <a:t>International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0" y="4828032"/>
            <a:ext cx="3383280" cy="502920"/>
          </a:xfrm>
          <a:prstGeom prst="rect">
            <a:avLst/>
          </a:prstGeom>
          <a:solidFill>
            <a:srgbClr val="0D3B4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48554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Cyber Essentials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28032" y="510235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</a:rPr>
              <a:t>UK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485632" y="2966339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ISMS-P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485632" y="3213227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</a:rPr>
              <a:t>Korea</a:t>
            </a:r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057DD0-0EE7-188A-344B-59E1A21686CC}"/>
              </a:ext>
            </a:extLst>
          </p:cNvPr>
          <p:cNvSpPr/>
          <p:nvPr/>
        </p:nvSpPr>
        <p:spPr>
          <a:xfrm>
            <a:off x="10058400" y="164698"/>
            <a:ext cx="2133600" cy="641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6" descr="Media - CSRWorks International">
            <a:extLst>
              <a:ext uri="{FF2B5EF4-FFF2-40B4-BE49-F238E27FC236}">
                <a16:creationId xmlns:a16="http://schemas.microsoft.com/office/drawing/2014/main" id="{D1F0EFF4-00BD-32EE-6A1C-F09769C97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548" y="279262"/>
            <a:ext cx="2032000" cy="41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40"/>
                </a:solidFill>
              </a:rPr>
              <a:t>Cybersecurity &amp; Information Security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463040" cy="2560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3197" y="836676"/>
            <a:ext cx="152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</a:rPr>
              <a:t>CERTIFICATIONS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14300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73152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4358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USA - Government &amp; Defense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093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0"/>
                </a:solidFill>
              </a:rPr>
              <a:t>▸ FedRAMP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65376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Cloud services used by US federal agencies. 3rd-party assessment org (3PAO) audit + ATO.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43400" y="16093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0"/>
                </a:solidFill>
              </a:rPr>
              <a:t>▸ CMMC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3400" y="1865376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Cybersecurity Maturity Model Certification for US DoD contractors. Levels 1–3. Required for defense contracts.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92440" y="16093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0"/>
                </a:solidFill>
              </a:rPr>
              <a:t>▸ NIST CSF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92440" y="1865376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Framework (not a cert), but companies self-attest or get 3rd-party assessment. Basis for many US regs.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44952"/>
            <a:ext cx="114300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44952"/>
            <a:ext cx="73152" cy="17373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18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</a:rPr>
              <a:t>Global - Finance &amp; Cloud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5341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0"/>
                </a:solidFill>
              </a:rPr>
              <a:t>▸ CSA STAR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79018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Cloud Security Alliance – Security Trust Assurance and Risk. Level 1 (self-assessment) to Level 3 (continuous).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43400" y="35341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0"/>
                </a:solidFill>
              </a:rPr>
              <a:t>▸ Common Criteria (ISO 15408)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43400" y="379018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International IT security evaluation standard. Government and enterprise ICT products.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919472"/>
            <a:ext cx="114300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919472"/>
            <a:ext cx="73150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99262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Previously Researched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5358384"/>
            <a:ext cx="1386840" cy="216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0"/>
                </a:solidFill>
              </a:rPr>
              <a:t>▸ ISO/IEC 27001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5614416"/>
            <a:ext cx="2665675" cy="691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ISMS global standard; 3-yr cert + annual surveillance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7296" y="5360504"/>
            <a:ext cx="1752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0"/>
                </a:solidFill>
              </a:rPr>
              <a:t>▸ SOC 2 (AICPA)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07296" y="5817704"/>
            <a:ext cx="259411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SaaS/cloud service providers; Type I &amp; II audit reports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32106" y="5344866"/>
            <a:ext cx="2345368" cy="20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0"/>
                </a:solidFill>
              </a:rPr>
              <a:t>▸ Cyber Essentials (UK)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32105" y="5767047"/>
            <a:ext cx="2471530" cy="357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UK NCSC-backed; mandatory for UK govt contracts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49463" y="531872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0"/>
                </a:solidFill>
              </a:rPr>
              <a:t>▸ ISMS-P (Korea)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68018" y="5510967"/>
            <a:ext cx="2285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KISA; mandatory for large Korean ICT companies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663490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</a:rPr>
              <a:t>Full process details → See Annexure B (Slide 15)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546E7A"/>
                </a:solidFill>
              </a:rPr>
              <a:t>5 / 21</a:t>
            </a:r>
            <a:endParaRPr lang="en-US" sz="8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8D7D73-07C6-48AE-5C83-E681C3A19100}"/>
              </a:ext>
            </a:extLst>
          </p:cNvPr>
          <p:cNvSpPr/>
          <p:nvPr/>
        </p:nvSpPr>
        <p:spPr>
          <a:xfrm>
            <a:off x="10058400" y="164698"/>
            <a:ext cx="2133600" cy="641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6" descr="Media - CSRWorks International">
            <a:extLst>
              <a:ext uri="{FF2B5EF4-FFF2-40B4-BE49-F238E27FC236}">
                <a16:creationId xmlns:a16="http://schemas.microsoft.com/office/drawing/2014/main" id="{BE2208A7-E20E-B465-CACE-07B161928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548" y="279262"/>
            <a:ext cx="2032000" cy="41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76C75"/>
          </a:solidFill>
          <a:ln w="12700">
            <a:solidFill>
              <a:srgbClr val="176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Green Building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Certifications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B2D8DC"/>
                </a:solidFill>
              </a:rPr>
              <a:t>Global coverage: Americas, Europe, Middle East, Africa, Asia-Pacific</a:t>
            </a:r>
            <a:endParaRPr lang="en-US" sz="1200" b="1" dirty="0"/>
          </a:p>
        </p:txBody>
      </p:sp>
      <p:sp>
        <p:nvSpPr>
          <p:cNvPr id="6" name="Text 4"/>
          <p:cNvSpPr/>
          <p:nvPr/>
        </p:nvSpPr>
        <p:spPr>
          <a:xfrm>
            <a:off x="4754880" y="5943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B2D8DC"/>
                </a:solidFill>
              </a:rPr>
              <a:t>See the Annexure for full detail tables 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chemeClr val="bg1"/>
                </a:solidFill>
              </a:rPr>
              <a:t>6 / 21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0" y="502920"/>
            <a:ext cx="3566160" cy="1828800"/>
          </a:xfrm>
          <a:prstGeom prst="rect">
            <a:avLst/>
          </a:prstGeom>
          <a:solidFill>
            <a:srgbClr val="0D3B40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502920"/>
            <a:ext cx="3566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5303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Americas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9144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C"/>
                </a:solidFill>
              </a:rPr>
              <a:t>LEED, WELL, Living Building Challenge, BOMA 360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502920"/>
            <a:ext cx="3566160" cy="1828800"/>
          </a:xfrm>
          <a:prstGeom prst="rect">
            <a:avLst/>
          </a:prstGeom>
          <a:solidFill>
            <a:srgbClr val="0D3B40"/>
          </a:solidFill>
          <a:ln w="19050">
            <a:solidFill>
              <a:srgbClr val="176C75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502920"/>
            <a:ext cx="3566160" cy="320040"/>
          </a:xfrm>
          <a:prstGeom prst="rect">
            <a:avLst/>
          </a:prstGeom>
          <a:solidFill>
            <a:srgbClr val="176C75"/>
          </a:solidFill>
          <a:ln w="12700">
            <a:solidFill>
              <a:srgbClr val="176C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5303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Europe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9144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C"/>
                </a:solidFill>
              </a:rPr>
              <a:t>BREEAM, DGNB (Germany), HQE (France), MINERGIE (Switzerland)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560320"/>
            <a:ext cx="3566160" cy="1828800"/>
          </a:xfrm>
          <a:prstGeom prst="rect">
            <a:avLst/>
          </a:prstGeom>
          <a:solidFill>
            <a:srgbClr val="0D3B40"/>
          </a:solidFill>
          <a:ln w="19050">
            <a:solidFill>
              <a:srgbClr val="0D9488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560320"/>
            <a:ext cx="35661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5877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Middle East &amp; Africa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9718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C"/>
                </a:solidFill>
              </a:rPr>
              <a:t>Estidama (UAE), Green Star SA, EDGE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21040" y="2560320"/>
            <a:ext cx="3566160" cy="1828800"/>
          </a:xfrm>
          <a:prstGeom prst="rect">
            <a:avLst/>
          </a:prstGeom>
          <a:solidFill>
            <a:srgbClr val="0D3B40"/>
          </a:solidFill>
          <a:ln w="19050">
            <a:solidFill>
              <a:srgbClr val="0284C7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21040" y="2560320"/>
            <a:ext cx="3566160" cy="3200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25877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South &amp; SE Asia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29718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C"/>
                </a:solidFill>
              </a:rPr>
              <a:t>GRIHA, IGBC (India), Green Mark (SG), GBI (MY), LOTUS (VN)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617720"/>
            <a:ext cx="3566160" cy="1828800"/>
          </a:xfrm>
          <a:prstGeom prst="rect">
            <a:avLst/>
          </a:prstGeom>
          <a:solidFill>
            <a:srgbClr val="0D3B40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617720"/>
            <a:ext cx="35661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645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East Asia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50292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C"/>
                </a:solidFill>
              </a:rPr>
              <a:t>CASBEE (JP), GBCS (KR), China 3-Star Green Building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21040" y="4617720"/>
            <a:ext cx="3566160" cy="1828800"/>
          </a:xfrm>
          <a:prstGeom prst="rect">
            <a:avLst/>
          </a:prstGeom>
          <a:solidFill>
            <a:srgbClr val="0D3B40"/>
          </a:solidFill>
          <a:ln w="19050">
            <a:solidFill>
              <a:srgbClr val="176C75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21040" y="4617720"/>
            <a:ext cx="3566160" cy="320040"/>
          </a:xfrm>
          <a:prstGeom prst="rect">
            <a:avLst/>
          </a:prstGeom>
          <a:solidFill>
            <a:srgbClr val="176C75"/>
          </a:solidFill>
          <a:ln w="12700">
            <a:solidFill>
              <a:srgbClr val="176C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4645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Global / IFC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50292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C"/>
                </a:solidFill>
              </a:rPr>
              <a:t>EDGE (IFC) - emerging markets worldwide</a:t>
            </a:r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AEC65D-6EDE-9545-3FBD-28F65703F4B7}"/>
              </a:ext>
            </a:extLst>
          </p:cNvPr>
          <p:cNvSpPr/>
          <p:nvPr/>
        </p:nvSpPr>
        <p:spPr>
          <a:xfrm>
            <a:off x="10223500" y="10922"/>
            <a:ext cx="1968500" cy="4919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2" name="Picture 6" descr="Media - CSRWorks International">
            <a:extLst>
              <a:ext uri="{FF2B5EF4-FFF2-40B4-BE49-F238E27FC236}">
                <a16:creationId xmlns:a16="http://schemas.microsoft.com/office/drawing/2014/main" id="{95D8B602-2493-02C5-2237-A79EB90E6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6786" y="125486"/>
            <a:ext cx="1874762" cy="38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3B40"/>
                </a:solidFill>
              </a:rPr>
              <a:t>Green Building Certifications - World Coverage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22376"/>
            <a:ext cx="1463040" cy="256032"/>
          </a:xfrm>
          <a:prstGeom prst="rect">
            <a:avLst/>
          </a:prstGeom>
          <a:solidFill>
            <a:srgbClr val="176C75"/>
          </a:solidFill>
          <a:ln w="12700">
            <a:solidFill>
              <a:srgbClr val="176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9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</a:rPr>
              <a:t>GLOBAL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1521440" cy="4206240"/>
          </a:xfrm>
          <a:prstGeom prst="rect">
            <a:avLst/>
          </a:prstGeom>
          <a:solidFill>
            <a:srgbClr val="D4EAF7"/>
          </a:solidFill>
          <a:ln w="12700">
            <a:solidFill>
              <a:srgbClr val="A8CC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80160"/>
            <a:ext cx="2286000" cy="1645920"/>
          </a:xfrm>
          <a:prstGeom prst="rect">
            <a:avLst/>
          </a:prstGeom>
          <a:solidFill>
            <a:srgbClr val="176C75">
              <a:alpha val="80000"/>
            </a:srgbClr>
          </a:solidFill>
          <a:ln w="25400">
            <a:solidFill>
              <a:srgbClr val="176C75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32588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North America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LEED, WELL, LBC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BOMA 360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645920" y="3017520"/>
            <a:ext cx="1463040" cy="1645920"/>
          </a:xfrm>
          <a:prstGeom prst="rect">
            <a:avLst/>
          </a:prstGeom>
          <a:solidFill>
            <a:srgbClr val="176C75">
              <a:alpha val="80000"/>
            </a:srgbClr>
          </a:solidFill>
          <a:ln w="25400">
            <a:solidFill>
              <a:srgbClr val="176C75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91640" y="306324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South America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LEED, EDGE, BREEAM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206240" y="1097280"/>
            <a:ext cx="1737360" cy="1463040"/>
          </a:xfrm>
          <a:prstGeom prst="rect">
            <a:avLst/>
          </a:prstGeom>
          <a:solidFill>
            <a:srgbClr val="1565C0">
              <a:alpha val="80000"/>
            </a:srgbClr>
          </a:solidFill>
          <a:ln w="25400">
            <a:solidFill>
              <a:srgbClr val="1565C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51960" y="11430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Europe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BREEAM, DGNB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HQE, MINERGIE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389120" y="2651760"/>
            <a:ext cx="1371600" cy="1737360"/>
          </a:xfrm>
          <a:prstGeom prst="rect">
            <a:avLst/>
          </a:prstGeom>
          <a:solidFill>
            <a:srgbClr val="00838F">
              <a:alpha val="80000"/>
            </a:srgbClr>
          </a:solidFill>
          <a:ln w="25400">
            <a:solidFill>
              <a:srgbClr val="00838F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34840" y="269748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Africa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Green Star SA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EDGE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43600" y="2011680"/>
            <a:ext cx="1188720" cy="1097280"/>
          </a:xfrm>
          <a:prstGeom prst="rect">
            <a:avLst/>
          </a:prstGeom>
          <a:solidFill>
            <a:srgbClr val="E65100">
              <a:alpha val="80000"/>
            </a:srgbClr>
          </a:solidFill>
          <a:ln w="25400">
            <a:solidFill>
              <a:srgbClr val="E6510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205740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Middle East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Estidama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EDGE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040880" y="2194560"/>
            <a:ext cx="1280160" cy="1280160"/>
          </a:xfrm>
          <a:prstGeom prst="rect">
            <a:avLst/>
          </a:prstGeom>
          <a:solidFill>
            <a:srgbClr val="6A1B9A">
              <a:alpha val="80000"/>
            </a:srgbClr>
          </a:solidFill>
          <a:ln w="25400">
            <a:solidFill>
              <a:srgbClr val="6A1B9A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86600" y="22402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South Asia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GRIHA, IGBC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EDGE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229600" y="2560320"/>
            <a:ext cx="1371600" cy="1280160"/>
          </a:xfrm>
          <a:prstGeom prst="rect">
            <a:avLst/>
          </a:prstGeom>
          <a:solidFill>
            <a:srgbClr val="00695C">
              <a:alpha val="80000"/>
            </a:srgbClr>
          </a:solidFill>
          <a:ln w="25400">
            <a:solidFill>
              <a:srgbClr val="00695C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75320" y="260604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SE Asia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Green Mark, GBI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LOTUS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961120" y="1371600"/>
            <a:ext cx="1737360" cy="1371600"/>
          </a:xfrm>
          <a:prstGeom prst="rect">
            <a:avLst/>
          </a:prstGeom>
          <a:solidFill>
            <a:srgbClr val="0277BD">
              <a:alpha val="80000"/>
            </a:srgbClr>
          </a:solidFill>
          <a:ln w="25400">
            <a:solidFill>
              <a:srgbClr val="0277BD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06840" y="141732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East Asia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CASBEE, GBCS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China 3-Star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9326880" y="3474720"/>
            <a:ext cx="1371600" cy="1097280"/>
          </a:xfrm>
          <a:prstGeom prst="rect">
            <a:avLst/>
          </a:prstGeom>
          <a:solidFill>
            <a:srgbClr val="176C75">
              <a:alpha val="80000"/>
            </a:srgbClr>
          </a:solidFill>
          <a:ln w="25400">
            <a:solidFill>
              <a:srgbClr val="176C75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72600" y="35204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Oceania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Green Star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(Australia)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20040" y="5257800"/>
            <a:ext cx="115214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3218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D3B40"/>
                </a:solidFill>
              </a:rPr>
              <a:t>REGIONS WITH ACTIVE GREEN BUILDING CERTIFICATIONS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5669280"/>
            <a:ext cx="201168" cy="201168"/>
          </a:xfrm>
          <a:prstGeom prst="rect">
            <a:avLst/>
          </a:prstGeom>
          <a:solidFill>
            <a:srgbClr val="176C75"/>
          </a:solidFill>
          <a:ln w="12700">
            <a:solidFill>
              <a:srgbClr val="176C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565099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3B40"/>
                </a:solidFill>
              </a:rPr>
              <a:t>Americas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74520" y="5669280"/>
            <a:ext cx="201168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30552" y="565099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3B40"/>
                </a:solidFill>
              </a:rPr>
              <a:t>Europe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91840" y="5669280"/>
            <a:ext cx="201168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565099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3B40"/>
                </a:solidFill>
              </a:rPr>
              <a:t>Middle East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5669280"/>
            <a:ext cx="201168" cy="20116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565099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3B40"/>
                </a:solidFill>
              </a:rPr>
              <a:t>Africa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26480" y="5669280"/>
            <a:ext cx="201168" cy="2011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565099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3B40"/>
                </a:solidFill>
              </a:rPr>
              <a:t>South Asia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543800" y="5669280"/>
            <a:ext cx="201168" cy="2011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99832" y="565099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3B40"/>
                </a:solidFill>
              </a:rPr>
              <a:t>SE Asia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961120" y="5669280"/>
            <a:ext cx="201168" cy="20116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17152" y="565099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3B40"/>
                </a:solidFill>
              </a:rPr>
              <a:t>East Asia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378440" y="5669280"/>
            <a:ext cx="201168" cy="201168"/>
          </a:xfrm>
          <a:prstGeom prst="rect">
            <a:avLst/>
          </a:prstGeom>
          <a:solidFill>
            <a:srgbClr val="176C75"/>
          </a:solidFill>
          <a:ln w="12700">
            <a:solidFill>
              <a:srgbClr val="176C7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34472" y="565099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3B40"/>
                </a:solidFill>
              </a:rPr>
              <a:t>Oceania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546E7A"/>
                </a:solidFill>
              </a:rPr>
              <a:t>7/ 21</a:t>
            </a:r>
            <a:endParaRPr lang="en-US" sz="800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3A993FC-0F3B-B760-9020-0E950D52B713}"/>
              </a:ext>
            </a:extLst>
          </p:cNvPr>
          <p:cNvSpPr/>
          <p:nvPr/>
        </p:nvSpPr>
        <p:spPr>
          <a:xfrm>
            <a:off x="10058400" y="164698"/>
            <a:ext cx="2133600" cy="641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4" name="Picture 6" descr="Media - CSRWorks International">
            <a:extLst>
              <a:ext uri="{FF2B5EF4-FFF2-40B4-BE49-F238E27FC236}">
                <a16:creationId xmlns:a16="http://schemas.microsoft.com/office/drawing/2014/main" id="{3E3DBC74-4582-8A9A-F42E-3EBCFC1F4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548" y="279262"/>
            <a:ext cx="2032000" cy="41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316884-D4C8-41ED-BCEC-D1AA67A03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40">
            <a:extLst>
              <a:ext uri="{FF2B5EF4-FFF2-40B4-BE49-F238E27FC236}">
                <a16:creationId xmlns:a16="http://schemas.microsoft.com/office/drawing/2014/main" id="{04DB2C19-2049-3834-CD5F-0F4FEE357A6B}"/>
              </a:ext>
            </a:extLst>
          </p:cNvPr>
          <p:cNvSpPr/>
          <p:nvPr/>
        </p:nvSpPr>
        <p:spPr>
          <a:xfrm>
            <a:off x="365760" y="6601968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 err="1">
                <a:solidFill>
                  <a:srgbClr val="546E7A"/>
                </a:solidFill>
              </a:rPr>
              <a:t>CSRWorks</a:t>
            </a:r>
            <a:r>
              <a:rPr lang="en-US" sz="750" i="1" dirty="0">
                <a:solidFill>
                  <a:srgbClr val="546E7A"/>
                </a:solidFill>
              </a:rPr>
              <a:t> International</a:t>
            </a:r>
            <a:endParaRPr lang="en-US" sz="7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B87DB49-2A3D-E6EA-A8DD-4126F8178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52"/>
            <a:ext cx="12192000" cy="680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92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3B40"/>
                </a:solidFill>
              </a:rPr>
              <a:t>Green Building - Global Certifications at a Glance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463040" cy="256032"/>
          </a:xfrm>
          <a:prstGeom prst="rect">
            <a:avLst/>
          </a:prstGeom>
          <a:solidFill>
            <a:srgbClr val="0D3B40"/>
          </a:solidFill>
          <a:ln w="12700">
            <a:solidFill>
              <a:srgbClr val="0D3B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170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</a:rPr>
              <a:t>NEW ADDITIONS ★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6235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0F4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" cy="1207008"/>
          </a:xfrm>
          <a:prstGeom prst="rect">
            <a:avLst/>
          </a:prstGeom>
          <a:solidFill>
            <a:srgbClr val="0D3B40"/>
          </a:solidFill>
          <a:ln w="12700">
            <a:solidFill>
              <a:srgbClr val="0D3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0"/>
                </a:solidFill>
              </a:rPr>
              <a:t> : WELL Building Standard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5506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</a:rPr>
              <a:t>IWBI, USA  |  Global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Focuses on human health &amp; wellness in buildings. 10 concepts. 100+ countries.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234440"/>
            <a:ext cx="56235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0F4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234440"/>
            <a:ext cx="54864" cy="1207008"/>
          </a:xfrm>
          <a:prstGeom prst="rect">
            <a:avLst/>
          </a:prstGeom>
          <a:solidFill>
            <a:srgbClr val="0D3B40"/>
          </a:solidFill>
          <a:ln w="12700">
            <a:solidFill>
              <a:srgbClr val="0D3B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3258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0"/>
                </a:solidFill>
              </a:rPr>
              <a:t> : Living Building Challenge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165506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</a:rPr>
              <a:t>ILFI, USA  |  Global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190195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Most rigorous standard - net-zero energy/water/waste. Petal or full certification.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56235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0F4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60320"/>
            <a:ext cx="54864" cy="1207008"/>
          </a:xfrm>
          <a:prstGeom prst="rect">
            <a:avLst/>
          </a:prstGeom>
          <a:solidFill>
            <a:srgbClr val="0D3B40"/>
          </a:solidFill>
          <a:ln w="12700">
            <a:solidFill>
              <a:srgbClr val="0D3B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51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0"/>
                </a:solidFill>
              </a:rPr>
              <a:t> : DGNB (German Sustainable Building Council)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98094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</a:rPr>
              <a:t>DGNB, Germany  |  Europe (also Middle East)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22783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Lifecycle performance-based. Used across EU and exported to Middle East.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560320"/>
            <a:ext cx="56235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0F4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2560320"/>
            <a:ext cx="54864" cy="1207008"/>
          </a:xfrm>
          <a:prstGeom prst="rect">
            <a:avLst/>
          </a:prstGeom>
          <a:solidFill>
            <a:srgbClr val="0D3B40"/>
          </a:solidFill>
          <a:ln w="12700">
            <a:solidFill>
              <a:srgbClr val="0D3B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651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0"/>
                </a:solidFill>
              </a:rPr>
              <a:t> : HQE (Haute Qualité Environnementale)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298094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</a:rPr>
              <a:t>France / Francophone countries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322783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French national green building standard; 14 targets across 4 themes.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886200"/>
            <a:ext cx="56235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0F4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886200"/>
            <a:ext cx="54864" cy="1207008"/>
          </a:xfrm>
          <a:prstGeom prst="rect">
            <a:avLst/>
          </a:prstGeom>
          <a:solidFill>
            <a:srgbClr val="0D3B40"/>
          </a:solidFill>
          <a:ln w="12700">
            <a:solidFill>
              <a:srgbClr val="0D3B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977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0"/>
                </a:solidFill>
              </a:rPr>
              <a:t> : MINERGIE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30682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</a:rPr>
              <a:t>MINERGIE Association, Switzerland  |  Switzerland / DACH Region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55371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Energy efficiency focus; MINERGIE, MINERGIE-P (Passive House), MINERGIE-A (Net-Zero).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3886200"/>
            <a:ext cx="56235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0F4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3886200"/>
            <a:ext cx="54864" cy="1207008"/>
          </a:xfrm>
          <a:prstGeom prst="rect">
            <a:avLst/>
          </a:prstGeom>
          <a:solidFill>
            <a:srgbClr val="0D3B40"/>
          </a:solidFill>
          <a:ln w="12700">
            <a:solidFill>
              <a:srgbClr val="0D3B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977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0"/>
                </a:solidFill>
              </a:rPr>
              <a:t> : Estidama (Pearl Rating)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430682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</a:rPr>
              <a:t>Abu Dhabi Urban Planning Council, UAE  |  UAE / Middle East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455371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1–5 Pearl rating. Mandatory for Abu Dhabi developments from 1 Pearl onwards.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5212080"/>
            <a:ext cx="56235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0F4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5212080"/>
            <a:ext cx="54864" cy="1207008"/>
          </a:xfrm>
          <a:prstGeom prst="rect">
            <a:avLst/>
          </a:prstGeom>
          <a:solidFill>
            <a:srgbClr val="0D3B40"/>
          </a:solidFill>
          <a:ln w="12700">
            <a:solidFill>
              <a:srgbClr val="0D3B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303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0"/>
                </a:solidFill>
              </a:rPr>
              <a:t> : Green Star SA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563270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</a:rPr>
              <a:t>Green Building Council South Africa (GBCSA)  |  South Africa / Africa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587959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Aligned with Green Building Council Australia's Green Star system. 4–6 Star ratings.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09360" y="5212080"/>
            <a:ext cx="56235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0F4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9360" y="5212080"/>
            <a:ext cx="54864" cy="1207008"/>
          </a:xfrm>
          <a:prstGeom prst="rect">
            <a:avLst/>
          </a:prstGeom>
          <a:solidFill>
            <a:srgbClr val="0D3B40"/>
          </a:solidFill>
          <a:ln w="12700">
            <a:solidFill>
              <a:srgbClr val="0D3B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5303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0"/>
                </a:solidFill>
              </a:rPr>
              <a:t> : BOMA 360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92240" y="563270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</a:rPr>
              <a:t>BOMA International, USA  |  USA / Canada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92240" y="587959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Building Operations Management standard for existing commercial buildings.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65760" y="6437376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</a:rPr>
              <a:t>Full process details → See Annexure C (Slides 16-17)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546E7A"/>
                </a:solidFill>
              </a:rPr>
              <a:t>8 / 21</a:t>
            </a:r>
            <a:endParaRPr lang="en-US" sz="800" b="1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66FA12C-85A3-33E2-8ED8-F4DB3B673F24}"/>
              </a:ext>
            </a:extLst>
          </p:cNvPr>
          <p:cNvSpPr/>
          <p:nvPr/>
        </p:nvSpPr>
        <p:spPr>
          <a:xfrm>
            <a:off x="10058400" y="164698"/>
            <a:ext cx="2133600" cy="641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8" name="Picture 6" descr="Media - CSRWorks International">
            <a:extLst>
              <a:ext uri="{FF2B5EF4-FFF2-40B4-BE49-F238E27FC236}">
                <a16:creationId xmlns:a16="http://schemas.microsoft.com/office/drawing/2014/main" id="{9C46E907-DE86-C7C6-8628-2E1483330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548" y="279262"/>
            <a:ext cx="2032000" cy="41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76C75"/>
          </a:solidFill>
          <a:ln w="12700">
            <a:solidFill>
              <a:srgbClr val="176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Sustainability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Coalitions &amp;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Endorsements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B2D8DC"/>
                </a:solidFill>
              </a:rPr>
              <a:t>Criteria-based review: Environment, Labor, Ethics, Procurement - incl. SmartWay</a:t>
            </a:r>
            <a:endParaRPr lang="en-US" sz="1200" b="1" dirty="0"/>
          </a:p>
        </p:txBody>
      </p:sp>
      <p:sp>
        <p:nvSpPr>
          <p:cNvPr id="6" name="Text 4"/>
          <p:cNvSpPr/>
          <p:nvPr/>
        </p:nvSpPr>
        <p:spPr>
          <a:xfrm>
            <a:off x="4754880" y="5943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B2D8DC"/>
                </a:solidFill>
              </a:rPr>
              <a:t>See the Annexure for full detail tables 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546E7A"/>
                </a:solidFill>
              </a:rPr>
              <a:t>9 / 21</a:t>
            </a:r>
            <a:endParaRPr lang="en-US" sz="800" b="1" dirty="0"/>
          </a:p>
        </p:txBody>
      </p:sp>
      <p:sp>
        <p:nvSpPr>
          <p:cNvPr id="8" name="Shape 6"/>
          <p:cNvSpPr/>
          <p:nvPr/>
        </p:nvSpPr>
        <p:spPr>
          <a:xfrm>
            <a:off x="4572000" y="570865"/>
            <a:ext cx="3566160" cy="512064"/>
          </a:xfrm>
          <a:prstGeom prst="rect">
            <a:avLst/>
          </a:prstGeom>
          <a:solidFill>
            <a:srgbClr val="0D3B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607441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SmartWay 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8032" y="863473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</a:rPr>
              <a:t>Sustainable Procurement + Environment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570865"/>
            <a:ext cx="3566160" cy="512064"/>
          </a:xfrm>
          <a:prstGeom prst="rect">
            <a:avLst/>
          </a:prstGeom>
          <a:solidFill>
            <a:srgbClr val="0D3B40"/>
          </a:solidFill>
          <a:ln w="19050">
            <a:solidFill>
              <a:srgbClr val="176C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77072" y="607441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SBTi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77072" y="863473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</a:rPr>
              <a:t>Climate / GHG Targets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650873"/>
            <a:ext cx="3566160" cy="512064"/>
          </a:xfrm>
          <a:prstGeom prst="rect">
            <a:avLst/>
          </a:prstGeom>
          <a:solidFill>
            <a:srgbClr val="0D3B40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687449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 Global Compact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1943481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</a:rPr>
              <a:t>Broad ESG - 10 Principles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21040" y="1650873"/>
            <a:ext cx="3566160" cy="512064"/>
          </a:xfrm>
          <a:prstGeom prst="rect">
            <a:avLst/>
          </a:prstGeom>
          <a:solidFill>
            <a:srgbClr val="0D3B4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77072" y="1687449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RE100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77072" y="1943481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</a:rPr>
              <a:t>Renewable Energy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2667635"/>
            <a:ext cx="3566160" cy="512064"/>
          </a:xfrm>
          <a:prstGeom prst="rect">
            <a:avLst/>
          </a:prstGeom>
          <a:solidFill>
            <a:srgbClr val="0D3B4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704211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RBA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8032" y="2960243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</a:rPr>
              <a:t>Supply Chain / Labor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21040" y="2667635"/>
            <a:ext cx="3566160" cy="512064"/>
          </a:xfrm>
          <a:prstGeom prst="rect">
            <a:avLst/>
          </a:prstGeom>
          <a:solidFill>
            <a:srgbClr val="0D3B4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77072" y="2704211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Equator Principles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77072" y="2960243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</a:rPr>
              <a:t>Finance / Environmental Risk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3682238"/>
            <a:ext cx="3566160" cy="512064"/>
          </a:xfrm>
          <a:prstGeom prst="rect">
            <a:avLst/>
          </a:prstGeom>
          <a:solidFill>
            <a:srgbClr val="0D3B40"/>
          </a:solidFill>
          <a:ln w="19050">
            <a:solidFill>
              <a:srgbClr val="176C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71881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Ellen MacArthur Foundation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397484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</a:rPr>
              <a:t>Circular Economy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321040" y="3682238"/>
            <a:ext cx="3566160" cy="512064"/>
          </a:xfrm>
          <a:prstGeom prst="rect">
            <a:avLst/>
          </a:prstGeom>
          <a:solidFill>
            <a:srgbClr val="0D3B40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77072" y="371881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WBCSD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577072" y="397484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</a:rPr>
              <a:t>Broad Sustainability</a:t>
            </a:r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43CC21-F551-C82E-8E1A-B4170D518799}"/>
              </a:ext>
            </a:extLst>
          </p:cNvPr>
          <p:cNvSpPr/>
          <p:nvPr/>
        </p:nvSpPr>
        <p:spPr>
          <a:xfrm>
            <a:off x="10172700" y="0"/>
            <a:ext cx="2019300" cy="5486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6" descr="Media - CSRWorks International">
            <a:extLst>
              <a:ext uri="{FF2B5EF4-FFF2-40B4-BE49-F238E27FC236}">
                <a16:creationId xmlns:a16="http://schemas.microsoft.com/office/drawing/2014/main" id="{A3B0EFCE-974D-9A12-D0DF-C2D80813D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8404" y="114565"/>
            <a:ext cx="1923143" cy="39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3B40"/>
                </a:solidFill>
              </a:rPr>
              <a:t>Sustainability Coalitions - Criteria Coverage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4630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</a:rPr>
              <a:t>SMARTWAY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6858000" cy="2468880"/>
          </a:xfrm>
          <a:prstGeom prst="rect">
            <a:avLst/>
          </a:prstGeom>
          <a:solidFill>
            <a:srgbClr val="0D3B40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07008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SmartWay Transport Partnership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DE68A"/>
                </a:solidFill>
              </a:rPr>
              <a:t>U.S. Environmental Protection Agency (EPA)  |  USA + Canada + Mexico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20240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Cross-sectoral - all industries with freight transport (retail, manufacturing, 3PL, logistics)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2221992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76272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Signatory/Partner membership published on EPA SmartWay website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" y="2478024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432304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Required Actions: Annual data submission (fuel use, miles travelled, cargo ton-miles); EPA-verified benchmarking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2734056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688336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Addresses Sustainable Procurement: companies require freight carriers to be SmartWay partners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2990088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944368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Environment criteria: reduces GHG, NOx and PM emissions from freight supply chains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3246120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200400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Ethics &amp; Transparency: public performance scoring; annual public report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06640" y="1115568"/>
            <a:ext cx="443484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0F4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43800" y="1207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6C75"/>
                </a:solidFill>
              </a:rPr>
              <a:t>Environment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43800" y="1572768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SBTi · RE100· SmartWay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6640" y="2578608"/>
            <a:ext cx="443484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0F4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43800" y="26700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</a:rPr>
              <a:t>Labor &amp; Human Rights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43800" y="3035808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UN Global Compact · RBA · Equator Principles · Better Work · amfori BSCI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06640" y="4041648"/>
            <a:ext cx="443484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0F4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43800" y="41330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Ethics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43800" y="4498848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UN Global Compact · RBA · SmartWay · WBCSD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041648"/>
            <a:ext cx="443484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0F4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41330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Sustainable Procurement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4498848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SmartWay · RBA · Equator Principles · Ellen MacArthur Fdn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6437376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</a:rPr>
              <a:t>Full coalition tables → See Annexure D (Slides 18-19)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546E7A"/>
                </a:solidFill>
              </a:rPr>
              <a:t>10 / 21</a:t>
            </a:r>
            <a:endParaRPr lang="en-US" sz="8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A1CA5D-B3A4-D18A-6E4A-7D29E80A8210}"/>
              </a:ext>
            </a:extLst>
          </p:cNvPr>
          <p:cNvSpPr/>
          <p:nvPr/>
        </p:nvSpPr>
        <p:spPr>
          <a:xfrm>
            <a:off x="10058400" y="164698"/>
            <a:ext cx="2133600" cy="641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6" descr="Media - CSRWorks International">
            <a:extLst>
              <a:ext uri="{FF2B5EF4-FFF2-40B4-BE49-F238E27FC236}">
                <a16:creationId xmlns:a16="http://schemas.microsoft.com/office/drawing/2014/main" id="{AE5CA389-B6CC-3DA8-CB67-95EA81F44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548" y="279262"/>
            <a:ext cx="2032000" cy="41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3B40"/>
                </a:solidFill>
              </a:rPr>
              <a:t>Key Coalitions at a Glance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168650" cy="228600"/>
          </a:xfrm>
          <a:prstGeom prst="rect">
            <a:avLst/>
          </a:prstGeom>
          <a:solidFill>
            <a:srgbClr val="0D3B40"/>
          </a:solidFill>
          <a:ln w="12700">
            <a:solidFill>
              <a:srgbClr val="0D3B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3314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</a:rPr>
              <a:t>ENDORSEMENTS &amp; COALITIONS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743200" cy="502920"/>
          </a:xfrm>
          <a:prstGeom prst="rect">
            <a:avLst/>
          </a:prstGeom>
          <a:solidFill>
            <a:srgbClr val="176C75"/>
          </a:solidFill>
          <a:ln w="12700">
            <a:solidFill>
              <a:srgbClr val="176C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SBTi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6C75"/>
                </a:solidFill>
              </a:rPr>
              <a:t>11,000+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76C75"/>
                </a:solidFill>
              </a:rPr>
              <a:t>companies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1.5°C-aligned science-based targets. Validated by SBTi team.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73550" y="1234440"/>
            <a:ext cx="27432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3550" y="1234440"/>
            <a:ext cx="2743200" cy="5029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499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 Global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FFFFFF"/>
                </a:solidFill>
              </a:rPr>
              <a:t>Compact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64990" y="18288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84C7"/>
                </a:solidFill>
              </a:rPr>
              <a:t>20,000+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0284C7"/>
                </a:solidFill>
              </a:rPr>
              <a:t>companies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364990" y="2651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10 Principles on HR, Labour, Env, Anti-Corruption.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369300" y="1234440"/>
            <a:ext cx="27432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9300" y="123444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074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RE100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60740" y="18288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9488"/>
                </a:solidFill>
              </a:rPr>
              <a:t>400+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0D9488"/>
                </a:solidFill>
              </a:rPr>
              <a:t>companies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60740" y="2651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Commit to 100% renewable electricity by target year.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749040"/>
            <a:ext cx="27432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74904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794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RBA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43434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C3AED"/>
                </a:solidFill>
              </a:rPr>
              <a:t>400+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7C3AED"/>
                </a:solidFill>
              </a:rPr>
              <a:t>members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11480" y="5166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Electronics/ICT supply chain labor &amp; ethics code.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73550" y="3749040"/>
            <a:ext cx="27432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73550" y="3749040"/>
            <a:ext cx="274320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64990" y="3794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SmartWay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364990" y="43434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65100"/>
                </a:solidFill>
              </a:rPr>
              <a:t>3,500+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E65100"/>
                </a:solidFill>
              </a:rPr>
              <a:t>partners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4364990" y="5166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EPA freight emissions reduction. Annual data reporting.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369300" y="3749040"/>
            <a:ext cx="27432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69300" y="3749040"/>
            <a:ext cx="2743200" cy="502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60740" y="3794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Ellen MacArthur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FFFFFF"/>
                </a:solidFill>
              </a:rPr>
              <a:t>Foundation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60740" y="43434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695C"/>
                </a:solidFill>
              </a:rPr>
              <a:t>500+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00695C"/>
                </a:solidFill>
              </a:rPr>
              <a:t>partners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8460740" y="5166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Circular economy commitment and co-design.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546E7A"/>
                </a:solidFill>
              </a:rPr>
              <a:t>11 / 21</a:t>
            </a:r>
            <a:endParaRPr lang="en-US" sz="8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173FE1-5223-15BB-633B-9C7FA4FCCCF1}"/>
              </a:ext>
            </a:extLst>
          </p:cNvPr>
          <p:cNvSpPr/>
          <p:nvPr/>
        </p:nvSpPr>
        <p:spPr>
          <a:xfrm>
            <a:off x="10058400" y="164698"/>
            <a:ext cx="2133600" cy="641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6" descr="Media - CSRWorks International">
            <a:extLst>
              <a:ext uri="{FF2B5EF4-FFF2-40B4-BE49-F238E27FC236}">
                <a16:creationId xmlns:a16="http://schemas.microsoft.com/office/drawing/2014/main" id="{84DD5398-9868-BAEC-41A6-AA1ABA57C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548" y="279262"/>
            <a:ext cx="2032000" cy="41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0D3B40"/>
          </a:solidFill>
          <a:ln w="12700">
            <a:solidFill>
              <a:srgbClr val="0D3B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365760" y="18643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</a:t>
            </a:r>
            <a:r>
              <a:rPr lang="en-US" sz="5400" dirty="0"/>
              <a:t> </a:t>
            </a:r>
            <a:r>
              <a:rPr lang="en-US" sz="5400" b="1" dirty="0">
                <a:solidFill>
                  <a:srgbClr val="FFFFFF"/>
                </a:solidFill>
              </a:rPr>
              <a:t>You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605520" y="6215380"/>
            <a:ext cx="3308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2D8DC"/>
                </a:solidFill>
              </a:rPr>
              <a:t>Annexure with full data tables follows on the next slides 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546E7A"/>
                </a:solidFill>
              </a:rPr>
              <a:t>12 / 21</a:t>
            </a:r>
            <a:endParaRPr lang="en-US" sz="8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793587-7594-9E92-08D4-D5FE2C1CF8D9}"/>
              </a:ext>
            </a:extLst>
          </p:cNvPr>
          <p:cNvSpPr/>
          <p:nvPr/>
        </p:nvSpPr>
        <p:spPr>
          <a:xfrm>
            <a:off x="10058400" y="164698"/>
            <a:ext cx="2133600" cy="641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6" descr="Media - CSRWorks International">
            <a:extLst>
              <a:ext uri="{FF2B5EF4-FFF2-40B4-BE49-F238E27FC236}">
                <a16:creationId xmlns:a16="http://schemas.microsoft.com/office/drawing/2014/main" id="{94847A11-0297-CCB7-8678-BBEE0D55E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548" y="279262"/>
            <a:ext cx="2032000" cy="41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Annexure Guide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5715000" cy="1188720"/>
          </a:xfrm>
          <a:prstGeom prst="rect">
            <a:avLst/>
          </a:prstGeom>
          <a:solidFill>
            <a:srgbClr val="37474F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1097280" cy="118872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527048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</a:rPr>
              <a:t>Annexure 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0624" y="1892808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CDD4"/>
                </a:solidFill>
              </a:rPr>
              <a:t>Slide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36192" y="1508760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OHS Certifications (Full Detail)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36192" y="1892808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ISO 45001, OHSAS, NEBOSH, OSHA VPP, ANSI Z10, CSA Z1000, SABS, JISHA, KOSHA, DOSH - 10 certifications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715000" cy="1188720"/>
          </a:xfrm>
          <a:prstGeom prst="rect">
            <a:avLst/>
          </a:prstGeom>
          <a:solidFill>
            <a:srgbClr val="37474F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417320"/>
            <a:ext cx="1097280" cy="118872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1527048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</a:rPr>
              <a:t>Annexure 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9944" y="1892808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CDD4"/>
                </a:solidFill>
              </a:rPr>
              <a:t>Slide 15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25512" y="1508760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Cybersecurity Certifications (Full Detail)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25512" y="1892808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ISO 27001, SOC 2, FedRAMP, CMMC, NIST CSF, CSA STAR, Common Criteria, Cyber Essentials, ISMS-P - 10 certifications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715768"/>
            <a:ext cx="5715000" cy="1188720"/>
          </a:xfrm>
          <a:prstGeom prst="rect">
            <a:avLst/>
          </a:prstGeom>
          <a:solidFill>
            <a:srgbClr val="37474F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15768"/>
            <a:ext cx="1097280" cy="118872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825496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</a:rPr>
              <a:t>Annexure C1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" y="3191256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CDD4"/>
                </a:solidFill>
              </a:rPr>
              <a:t>Slide 16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36192" y="280720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Green Building: Americas / Europe / ME / Africa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36192" y="3191256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LEED, WELL, LBC, BOMA 360, BREEAM, DGNB, HQE, MINERGIE, Estidama, Green Star SA - 10 certifications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55080" y="2715768"/>
            <a:ext cx="5715000" cy="1188720"/>
          </a:xfrm>
          <a:prstGeom prst="rect">
            <a:avLst/>
          </a:prstGeom>
          <a:solidFill>
            <a:srgbClr val="37474F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2715768"/>
            <a:ext cx="1097280" cy="118872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2825496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</a:rPr>
              <a:t>Annexure C2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9944" y="3191256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CDD4"/>
                </a:solidFill>
              </a:rPr>
              <a:t>Slide 17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25512" y="280720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Green Building: Asia-Pacific (Full Detail)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25512" y="3191256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Green Mark, GBI, GRIHA, IGBC, EDGE, LOTUS, CASBEE, GBCS, China 3-Star - 9 certifications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4014216"/>
            <a:ext cx="5715000" cy="1188720"/>
          </a:xfrm>
          <a:prstGeom prst="rect">
            <a:avLst/>
          </a:prstGeom>
          <a:solidFill>
            <a:srgbClr val="37474F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014216"/>
            <a:ext cx="1097280" cy="118872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4123944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</a:rPr>
              <a:t>Annexure D1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0624" y="4489704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CDD4"/>
                </a:solidFill>
              </a:rPr>
              <a:t>Slide 18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36192" y="4105656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Coalitions: Climate, Energy &amp; SmartWay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36192" y="4489704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SBTi, ACT, RE100, EP100, EV100, SmartWay 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55080" y="4014216"/>
            <a:ext cx="5715000" cy="1188720"/>
          </a:xfrm>
          <a:prstGeom prst="rect">
            <a:avLst/>
          </a:prstGeom>
          <a:solidFill>
            <a:srgbClr val="37474F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4014216"/>
            <a:ext cx="1097280" cy="118872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9944" y="4123944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</a:rPr>
              <a:t>Annexure D2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9944" y="4489704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CDD4"/>
                </a:solidFill>
              </a:rPr>
              <a:t>Slide 19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25512" y="4105656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Coalitions: ESG, Supply Chain, Finance &amp; Circular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25512" y="4489704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UNGC, WBCSD, RBA, Ellen MacArthur, Equator Principles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5312664"/>
            <a:ext cx="5715000" cy="1188720"/>
          </a:xfrm>
          <a:prstGeom prst="rect">
            <a:avLst/>
          </a:prstGeom>
          <a:solidFill>
            <a:srgbClr val="37474F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5312664"/>
            <a:ext cx="1097280" cy="118872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" y="5422392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</a:rPr>
              <a:t>Annexure 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20624" y="578815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CDD4"/>
                </a:solidFill>
              </a:rPr>
              <a:t>Slide 20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536192" y="5404104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Coalition Criteria Coverage Matrix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536192" y="578815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Env / Labor &amp; HR / Ethics / Sustainable Procurement mapping across major coalitions incl. SmartWay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355080" y="5312664"/>
            <a:ext cx="5715000" cy="1188720"/>
          </a:xfrm>
          <a:prstGeom prst="rect">
            <a:avLst/>
          </a:prstGeom>
          <a:solidFill>
            <a:srgbClr val="37474F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55080" y="5312664"/>
            <a:ext cx="1097280" cy="118872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9944" y="5422392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</a:rPr>
              <a:t>Annexure F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9944" y="578815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CDD4"/>
                </a:solidFill>
              </a:rPr>
              <a:t>Slide 21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525512" y="5404104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Other Certifications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525512" y="578815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Forest (FSC/RSPO), ISO Environmental, Social (SA8000/B Corp/Fair Trade), Carbon (PAS 2060/VCS), Textiles (GOTS/OEKO-TEX)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46E7A"/>
                </a:solidFill>
              </a:rPr>
              <a:t>13 / 21</a:t>
            </a:r>
            <a:endParaRPr lang="en-US" sz="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3733C1-C01E-576F-F716-C50B49C09229}"/>
              </a:ext>
            </a:extLst>
          </p:cNvPr>
          <p:cNvSpPr/>
          <p:nvPr/>
        </p:nvSpPr>
        <p:spPr>
          <a:xfrm>
            <a:off x="10058400" y="164698"/>
            <a:ext cx="2133600" cy="641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4" name="Picture 6" descr="Media - CSRWorks International">
            <a:extLst>
              <a:ext uri="{FF2B5EF4-FFF2-40B4-BE49-F238E27FC236}">
                <a16:creationId xmlns:a16="http://schemas.microsoft.com/office/drawing/2014/main" id="{C516104D-94B2-42B4-F309-FEF481F6F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548" y="279262"/>
            <a:ext cx="2032000" cy="41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90A4AE"/>
                </a:solidFill>
              </a:rPr>
              <a:t>ANNEXURE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Annexure A - OHS Certifications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661018"/>
              </p:ext>
            </p:extLst>
          </p:nvPr>
        </p:nvGraphicFramePr>
        <p:xfrm>
          <a:off x="0" y="1181861"/>
          <a:ext cx="12207240" cy="4414059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04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Certification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Governing Org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Region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Industry?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Eligibility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Process (Summary)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Example Companies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ISO 45001:2018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ISO (Global)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Global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industries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Any org worldwide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Gap analysis → EMS docs → Internal audit → Stage 1+2 CB audit → 3-yr cert + annual surveillance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Unilever, Siemens, Toyota, Tata Steel, Samsung SDI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OHSAS 18001 (legacy)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BSI / CBs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UK/Global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industries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Any org; now migrating to ISO 45001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Risk assessment → Policy → Internal audit → CB audit. Superseded by ISO 45001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BP, Shell, Ford, Honeywell, Hyundai Heavy Ind.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NEBOSH IGC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NEBOSH, UK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UK (global)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(specialized tracks)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Individual EHS professionals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Register → IG1+IG2 units → Open-book exam → Practical assessment → Certificate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Aramco, Balfour Beatty, Jacobs Eng, Mott MacDonald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OSHA VPP  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OSHA, US Dept of Labor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USA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US industries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US worksites with strong OHS programs wanting cooperative partnership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Apply to OSHA → Site evaluation by OSHA team → Approval as Star/Merit/Developmental participant → Annual re-evaluation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3M, DuPont, Procter &amp; Gamble, ExxonMobil, Honeywell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SABS OHSAS  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South African Bureau of Standards (SABS)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South Africa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industries in SA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South African companies seeking OHS management system certification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Apply to SABS or accredited CB → Gap analysis → Implementation → Internal audit → On-site certification audit → Annual surveillance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Sasol, Anglo American, MTN Group, Eskom, Transnet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JISHA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Japan Industrial Safety &amp; Health Assn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Japan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(mfg, chemicals, construction)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Japanese companies or Japan operations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Apply to JISHA → Documentation review → On-site audit → Certificate → Surveillance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Toyota, Nippon Steel, Mitsubishi Chemical, Kawasaki Heavy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KOSHA OSHMS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Korea OHS Agency (KOSHA)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South Korea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(mfg, construction, chemicals)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Korean companies or Korea operations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Apply to KOSHA → Self-assessment → Doc review → On-site audit → 3-yr cert + annual surveillance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POSCO, Hyundai Motor, Samsung Electronics, LG Chem, SK Hynix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DOSH OSHMS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DOSH Malaysia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Malaysia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industries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Companies operating in Malaysia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Adopt MS 1722 → Implement OSHMS → Internal audit → DOSH/CB audit → Certificate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Petronas, Sime Darby, Tenaga Nasional, Top Glove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546E7A"/>
                </a:solidFill>
              </a:rPr>
              <a:t>14 / 21</a:t>
            </a:r>
            <a:endParaRPr lang="en-US" sz="8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90A4AE"/>
                </a:solidFill>
              </a:rPr>
              <a:t>ANNEXURE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Annexure B - Cybersecurity &amp; Information Security (Full Detail)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652133"/>
              </p:ext>
            </p:extLst>
          </p:nvPr>
        </p:nvGraphicFramePr>
        <p:xfrm>
          <a:off x="-6350" y="1207008"/>
          <a:ext cx="12207240" cy="490451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04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Certification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Governing Org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Region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Industry?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Eligibility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Process (Summary)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Example Companies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ISO/IEC 27001:2022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ISO / IEC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Global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(esp. IT, finance, healthcare)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Any org handling sensitive information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ISMS scope → Risk assessment → Controls → Internal audit → Stage 1+2 CB audit → 3-yr cert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Microsoft, Accenture, Infosys, HSBC, NTT Data, Fujitsu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SOC 2 Type I &amp; II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AICPA, USA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USA (globally recognized)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SaaS, cloud service providers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Service orgs processing customer data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Define scope &amp; Trust Service Criteria → Readiness → CPA firm audit → Type I or II report issued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Salesforce, Dropbox, AWS, Zoom, HubSpot, Freshworks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FedRAMP  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GSA / NIST, USA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USA (federal cloud services)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Cloud service providers serving US federal agencies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Cloud service providers (CSPs) seeking to serve US federal govt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CSP initiates with Agency → 3PAO assessment → ATO from Agency or JAB P-ATO → Continuous monitoring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AWS GovCloud, Microsoft Azure Govt, Google Cloud, Palantir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CMMC  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US Dept of Defense (DoD)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USA (defense supply chain)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DoD contractors and subcontractors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Any company in US DoD supply chain handling CUI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Self-assess (Level 1) or C3PAO 3rd-party assessment (Level 2+) → DoD contract requirement → Annual affirmation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Lockheed Martin, Raytheon, General Dynamics, BAE Systems, SAIC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NIST CSF  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NIST, USA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USA (internationally adopted)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industries (voluntary framework)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Any organization seeking structured cybersecurity risk management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Adopt NIST CSF core functions (Identify/Protect/Detect/Respond/Recover) → Self-assess or 3rd-party assessment → Tiered maturity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US federal agencies, major banks, energy utilities; internationally adopted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CSA STAR  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Cloud Security Alliance (CSA)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Global (cloud-focused)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Cloud service providers and cloud users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Any cloud service provider or enterprise user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Level 1: CAIQ self-assessment → Level 2: STAR Certification (ISO 27001 + cloud controls) → Level 3: Continuous monitoring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Google Cloud, AWS, Microsoft Azure, Alibaba Cloud, IBM Cloud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Common Criteria (ISO 15408)  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National agencies (CCRA mutual recognition); ISO 15408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International (29 CCRA member countries)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IT security products (hardware, software, firmware)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IT product manufacturers seeking security evaluation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Develop Security Target (ST) → Testing by CCTL lab → Validation by national scheme → EAL1–EAL7 rating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Microsoft (Windows), Cisco, Juniper, Samsung (mobile), Thales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Cyber Essentials / Plus (UK)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NCSC, UK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UK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UK orgs; mandatory for UK govt contracts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UK-registered organizations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Self-assessment questionnaire → Submit to NCSC-approved CB → Vuln scan (Plus) → Annual cert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BT Group, Rolls-Royce, BAE Systems, QinetiQ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ISMS-P (Korea)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KISA, Ministry of Science &amp; ICT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South Korea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All; mandatory for large Korean ICT companies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Korean companies &gt;1,000 employees or &gt;10B KRW in ICT/online services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Apply to KISA → Doc review → On-site audit → ISMS-P cert (3-yr) + annual surveillance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Kakao, Naver, Samsung SDS, SK Telecom, Lotte IT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46E7A"/>
                </a:solidFill>
              </a:rPr>
              <a:t>15 / 21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90A4AE"/>
                </a:solidFill>
              </a:rPr>
              <a:t>ANNEXURE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Annexure C1 - Green Building: Americas, Europe &amp; Middle East/Africa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923658"/>
              </p:ext>
            </p:extLst>
          </p:nvPr>
        </p:nvGraphicFramePr>
        <p:xfrm>
          <a:off x="-15240" y="1207008"/>
          <a:ext cx="12207240" cy="539496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04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Certification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Governing Org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Region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Industry?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Eligibility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Process (Summary)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Example Companies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LEED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USGBC, USA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USA/Global (185+ countries)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Construction, real estate, building ops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owners/developers new or existing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Register on LEED Online → Doc compliance → GBCI review → Certified/Silver/Gold/Platinum → 5-yr recert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Apple Park, Empire State Bldg, Goldman Sachs HQ, Infosys campuses (IN)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WELL Building Standard  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IWBI (Intl WELL Building Institute), USA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Global (100+ countries)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Buildings, interiors, communities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owners, developers, employers in any sector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Register with IWBI → Design + operational documentation → GBCI on-site performance testing → Verified rating → 3-yr recert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Amazon HQ2, JPMorgan Chase NY, Nike WHQ, Capital One, Deloitte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Living Building Challenge  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ILFI (Intl Living Future Institute), USA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Global (primarily North America, Europe, Australia)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All building types; net-zero focus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owners/developers committed to highest sustainability performance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Register with ILFI → 12-month post-occupancy performance period → Documentation of 20 Imperatives → 3rd-party audit → Petal or Full Certification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Bullitt Center (Seattle), Eden Project (UK), Brock Environmental Center (USA)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BOMA 360  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BOMA International, USA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USA / Canada (expanding internationally)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Commercial real estate / office buildings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Property owners and managers of existing commercial buildings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Apply on BOMA360.org → Submit documentation (operations, emergency, sustainability) → BOMA evaluation → Designation valid 3 yrs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Empire State Building, Brookfield Properties, Cushman &amp; Wakefield, JLL portfolios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BREEAM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Research Establishment, UK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UK/Europe/Global (80+ countries)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Construction, real estate, infrastructure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New/existing buildings, communities, infrastructure projects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Register with licensed BREEAM assessor → Design-stage assessment → Post-construction assessment → Pass/Good/Very Good/Excellent/Outstanding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Unilever HQ (UK), Canary Wharf, Prologis, HSBC Dubai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DGNB  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German Sustainable Building Council (DGNB)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Germany / Europe / Middle East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Buildings and districts in Europe &amp; beyond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owners/developers in Germany and internationally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Engage DGNB auditor → Assessment across 6 themes (ENV, ECO, SOC, TEC, PRO, LOC) → DGNB Precertificate (design) → DGNB Certificate (completion) → Bronze/Silver/Gold/Platinum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Volkswagen AutoCity, Deutsche Telekom HQ, Stuttgart Airport T3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HQE  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Certivéa (subsidiary of CSTB), France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France / Francophone countries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Buildings in France and Francophone markets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owners/developers seeking French green building certification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Apply to Certivéa → Assessment against 14 HQE targets across 4 themes (Eco-Site, Eco-Construction, Eco-Management, Comfort) → Pass/Good/Very Good/Exceptional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La Défense offices (Paris), Bordeaux Métropole Areana, Lyon Confluence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MINERGIE  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MINERGIE Association, Switzerland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Switzerland / DACH region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Buildings in Switzerland and DACH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owners/developers in Switzerland; can be referenced internationally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Apply to MINERGIE → Energy performance calculation → 3rd-party audit → MINERGIE / MINERGIE-P (Passive) / MINERGIE-A (Net-Zero) label → Periodic re-audit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Swiss parliament offices, ETH Zurich buildings, SBB railway stations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Estidama Pearl Rating  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Abu Dhabi Urban Planning Council (UPC), UAE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UAE / Middle East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Buildings and communities in Abu Dhabi, UAE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developers in Abu Dhabi; 1 Pearl minimum mandatory for all developments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Apply to UPC → Design submission → Pearl Design Rating (PDR) → Post-construction Pearl Construction Rating (PCR) → 1–5 Pearl rating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Masdar City (Abu Dhabi), Cleveland Clinic Abu Dhabi, Khalifa University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Green Star SA  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Green Building Council South Africa (GBCSA)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South Africa / Sub-Saharan Africa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Buildings in South Africa and region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owners/developers seeking SA green building certification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Register with GBCSA → Engage Green Star Accredited Professional → Design review → Post-construction assessment → 4, 5, or 6 Star rating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Growthpoint Properties, Redefine Properties, Nedbank HQ, Investec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46E7A"/>
                </a:solidFill>
              </a:rPr>
              <a:t>16 / 21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90A4AE"/>
                </a:solidFill>
              </a:rPr>
              <a:t>ANNEXURE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Annexure C2 - Green Building: South/SE Asia &amp; East Asia (Full Detail)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020521"/>
              </p:ext>
            </p:extLst>
          </p:nvPr>
        </p:nvGraphicFramePr>
        <p:xfrm>
          <a:off x="0" y="1213866"/>
          <a:ext cx="12207240" cy="53949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Certification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Governing Org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Region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Industry?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Eligibility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Process (Summary)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Example Companies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Green Mark (Singapore)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BCA, Singapore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Singapore (reference in ASEAN)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Buildings in Singapore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owners/developers/contractors in Singapore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Register with BCA → Design assessment vs Green Mark criteria → On-site inspection → Certified/GoldPLUS/Platinum → 3-yr recert for existing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CapitaLand, Keppel Land, City Developments (CDL), Sunway (MY)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Green Building Index (GBI)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GBI Accreditation Panel, Malaysia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Malaysia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Buildings in Malaysia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owners/developers in Malaysia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Engage GBI facilitator → Submit design docs → Provisional GBI rating → Post-construction assessment → Certified/Silver/Gold/Platinum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IOI Properties, Gamuda, Sime Darby Property, YTL Land, UEM Sunrise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GRIHA (India)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TERI &amp; MNRE, India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India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Buildings in India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owners/developers in India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Register with GRIHA Council → 3rd-party evaluator → Assessment vs 24 criteria → 1–5 Star rating → Provisional then Final award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TERI Retreat (Delhi), MNRE HQ, IIT Delhi, NTPC offices, Infosys campuses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IGBC (India)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Indian Green Building Council (IGBC), CII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India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Buildings in India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owners, developers, architects in India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Register on IGBC portal → Design-stage docs → IGBC assessment → On-site verification → Certified/Silver/Gold/Platinum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Infosys, Wipro, HCL campuses, DLF, Prestige Group, Godrej Properties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EDGE (IFC)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IFC, World Bank Group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Global (emerging markets: IN, ID, PH, VN, BD)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Buildings in emerging markets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developers in emerging market countries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Register on EDGE App → Model 20% savings in energy/water/embodied energy → EDGE-licensed auditor → EDGE Certified/Advanced/Zero Carbon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Godrej Properties (IN), BRAC (BD), Aboitiz Land (PH), Ciputra Group (ID)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LOTUS (Vietnam)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VGBC, Vietnam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Vietnam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Buildings in Vietnam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owners/developers of new and existing buildings in Vietnam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Register with VGBC → LOTUS-accredited professional → Assessment vs LOTUS criteria → Certified/Silver/Gold/Platinum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CapitaLand Vietnam, Vingroup, Gamuda Land Vietnam, Lotte Center Hanoi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CASBEE (Japan)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IBEC, Japan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Japan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Buildings in Japan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owners/developers in Japan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Engage CASBEE evaluator → Q (quality) and L (load) evaluated → BEE score → Class C/B-/B+/A/S → Submit to local govt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Mori Building, Tokyu Corp, Sumitomo Realty, Obayashi Corp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GBCS (South Korea)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MOLIT, South Korea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South Korea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Buildings in South Korea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owners/developers in South Korea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Apply to 1 of 6 authorized CBs → Doc review (energy, water, materials, ecology, indoor env) → On-site inspection → Certified/Good/Excellent/Best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Samsung C&amp;T, Lotte E&amp;C, Hyundai E&amp;C, Korea LH Corp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China 3-Star Green Building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MOHURD, China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China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Buildings in China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Building owners/developers in China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Apply to provincial/municipal evaluation agency → Assessment vs GB/T 50378 → Site inspection → 1-star/2-star/3-star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China Resources Land, Vanke, Country Garden, CIFI Holdings, CSCEC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546E7A"/>
                </a:solidFill>
              </a:rPr>
              <a:t>17 / 21</a:t>
            </a:r>
            <a:endParaRPr lang="en-US" sz="8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90A4AE"/>
                </a:solidFill>
              </a:rPr>
              <a:t>ANNEXURE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Annexure D1 - Sustainability Coalitions: Climate, Energy &amp; Mobility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3639"/>
              </p:ext>
            </p:extLst>
          </p:nvPr>
        </p:nvGraphicFramePr>
        <p:xfrm>
          <a:off x="205740" y="1188720"/>
          <a:ext cx="11750040" cy="41960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Coalition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Founded By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Key Supporters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Countries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Sector Specific?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How to Join / Process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SBTi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CDP, UN Global Compact, WRI, WWF (2015)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11,000+ companies: Microsoft, Amazon, Apple, Unilever, Walmart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70+ countries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sectors (pathway per sector)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1. Commitment letter on sbti.org  2. Develop 1.5°C-aligned targets  3. Submit for SBTi validation  4. Annual public reporting. Fee: revenue-based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ACT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CDP, ADEME &amp; WBA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EDF, Renault, Michelin; co-funders: Climate-KIC, EU LIFE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France → expanding EU &amp; global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(sector methodologies)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1. Visit act-initiative.org  2. Engage approved ACT assessor  3. Provide company data  4. Assessor evaluates alignment  5. Score: 0–5 stars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RE100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The Climate Group &amp; CDP (2014)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Apple, Google, Microsoft, IKEA, BMW, Nike – 400+ cos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50+ countries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with significant electricity use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1. Apply at there100.org  2. Confirm electricity demand eligibility  3. Commit to 100% renewables by target year  4. Annual reporting via CDP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EP100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Climate Group &amp; Alliance to Save Energy (2016)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Signify, Schneider, Tata Group, Mahindra, JLL – 130+ cos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35+ countries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with significant energy use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1. Apply at theclimategroup.org/EP100  2. Confirm eligibility  3. Commit to double energy productivity by 2030  4. Annual reporting via CDP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EV100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The Climate Group (2017)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LeasePlan, IKEA, Heathrow, Unilever, Uber, BT – 130+ cos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40+ countries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Any org with vehicle fleets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1. Apply at theclimategroup.org/EV100  2. Commit to fleet EV transition by 2030  3. Annual reporting via CDP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SmartWay  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US EPA (est. 2004)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3,500+ Shipper/Carrier/Logistics Partners: Walmart, UPS, FedEx, Target, Home Depot, Amazon, Schneider National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USA, Canada, Mexico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industries with freight transport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1. Apply at epa.gov/smartway  2. Sign SmartWay Partnership Agreement  3. Submit annual data (fuel, miles, cargo ton-miles)  4. EPA verifies performance  5. Published membership + SmartWay logo use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546E7A"/>
                </a:solidFill>
              </a:rPr>
              <a:t>18 / 21</a:t>
            </a:r>
            <a:endParaRPr lang="en-US" sz="8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90A4AE"/>
                </a:solidFill>
              </a:rPr>
              <a:t>ANNEXURE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Annexure D2 - Coalitions: ESG, Supply Chain, Finance &amp; Circular Economy</a:t>
            </a:r>
            <a:endParaRPr lang="en-US" sz="2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47063"/>
              </p:ext>
            </p:extLst>
          </p:nvPr>
        </p:nvGraphicFramePr>
        <p:xfrm>
          <a:off x="228600" y="1207008"/>
          <a:ext cx="11750040" cy="323697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Coalition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Founded By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Key Supporters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Countries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Sector Specific?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How to Join / Process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UN Global Compact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United Nations (Kofi Annan, 2000)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20,000+ companies: Accenture, Nestlé, Unilever, L'Oréal, ABB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160+ countries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sectors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1. CEO sends Letter of Commitment to UN SG  2. First COP within 2 years  3. Annual reporting on 10 Principles. Criteria: Labour Rights (Prin.3-6), Environment (Prin.7-9), Anti-Corruption (Prin.10)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WBCSD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Stephan Schmidheiny &amp; 50 business leaders (1995)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200+ companies: Unilever, Nestlé, BASF, Microsoft, Allianz, Walmart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35+ countries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(focus: large multinationals)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1. Apply at wbcsd.org/membership  2. Submit application  3. Board review  4. Sign WBCSD charter  5. Annual membership fee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RBA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Cisco, HP, IBM, Intel, Seagate (as EICC, 2004)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Apple, Samsung, Dell, Microsoft, Toyota, BMW, Foxconn – 400+ members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100+ countries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Electronics/ICT; expanded to automotive &amp; retail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1. Apply at responsiblebusiness.org  2. Eligibility review  3. Sign RBA Code of Conduct  4. Complete SAQ  5. VAP audit if required. Criteria: Labor, Health &amp; Safety, Environment, Ethics, Management System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Ellen MacArthur Foundation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Dame Ellen MacArthur, Rob Mackenzie (UK, 2010)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Google, Apple, Renault, Philips, Unilever, H&amp;M, Nike, IKEA – 500+ partners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50+ countries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(focus: mfg, consumer goods, fashion, food)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1. Visit ellenmacarthurfoundation.org/network  2. Apply as Global/Network/Govt/Education partner  3. Align strategy with circular economy principles  4. Annual partnership fee for businesses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Equator Principles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ABN AMRO, Barclays, Citigroup, Credit Suisse + 7 banks (2003)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120+ financial institutions: IFC, MUFG, Standard Chartered, BBVA, BNP Paribas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37+ countries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Financial institutions financing large infrastructure projects ($10M+ threshold)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1. Review EP4 framework  2. Board-level commitment  3. Integrate into credit risk assessment  4. Approved by EP Association Steering Committee  5. Annual reporting. Criteria: Environmental, Social risk management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546E7A"/>
                </a:solidFill>
              </a:rPr>
              <a:t>19 / 21</a:t>
            </a:r>
            <a:endParaRPr lang="en-US" sz="8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90A4AE"/>
                </a:solidFill>
              </a:rPr>
              <a:t>ANNEXURE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Annexure E - Coalition Criteria Coverage Matrix</a:t>
            </a:r>
            <a:endParaRPr lang="en-US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595371"/>
              </p:ext>
            </p:extLst>
          </p:nvPr>
        </p:nvGraphicFramePr>
        <p:xfrm>
          <a:off x="228600" y="1207008"/>
          <a:ext cx="11750040" cy="431596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Coalition / Initiative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Environment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Labor &amp; Human Rights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Ethics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Sustainable Procurement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Membership Type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Published?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SmartWay (EPA)  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GHG &amp; NOx reduction; fuel efficiency benchmarking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Carrier working conditions referenced in Shipper guidance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Annual data accuracy; EPA verification; public scoring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Shippers require carriers to be SmartWay partners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Partner (Shipper/Carrier/Logistics)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Published on EPA website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UN Global Compact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Prin.7–9: precautionary principle, env responsibility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Prin.3–6: freedom of association, no forced/child labour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Prin.10: anti-corruption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Sustainable procurement encouraged in COP reporting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Signatory (any org)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UNGC website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SBTi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Science-based emissions targets aligned to 1.5°C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- (not a labor standard)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Transparent target validation &amp; annual reporting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Scope 3 supplier targets required for full value chain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Committed / Approved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SBTi website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RBA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Environmental management code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Labor (working hours, wages, no forced/child labor)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Business Ethics code (anti-corruption, IP, privacy)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CoC applies to supply chain; SAQ + VAP audit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Member / Participant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RBA website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Equator Principles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Environmental impact assessment required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Labor standards per IFC Performance Standards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Stakeholder engagement; grievance mechanisms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Environmental &amp; social due diligence required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Signatory (EPFI)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EP website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UN Global Compact (UNGC)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Environment (Prin.7–9)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Labour (Prin.3–6)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Anti-Corruption (Prin.10)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Procurement aligned via supply chain COP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Signatory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UNGC website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Ellen MacArthur Foundation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Circular economy; eliminate waste; regenerate nature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- (focus on systems, not labor standards directly)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Transparent reporting via annual progress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Circular procurement principles promoted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Global/Network Partner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✔ EMF website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46E7A"/>
                </a:solidFill>
              </a:rPr>
              <a:t>20 / 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90A4AE"/>
                </a:solidFill>
              </a:rPr>
              <a:t>ANNEXURE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Annexure F - Other Certifications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257605"/>
              </p:ext>
            </p:extLst>
          </p:nvPr>
        </p:nvGraphicFramePr>
        <p:xfrm>
          <a:off x="0" y="1188466"/>
          <a:ext cx="12207240" cy="539496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04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Certification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Governing Org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Region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Industry?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Eligibility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Process (Summary)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CEFF1"/>
                          </a:solidFill>
                        </a:rPr>
                        <a:t>Example Companies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FSC – Forest Mgmt &amp; CoC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Forest Stewardship Council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Global (incl. Indonesia, Malaysia, China, India)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Forestry, timber, paper, packaging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Forest managers/owners; downstream CoC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Contact FSC CB → Pre-assessment → Audit vs FSC-STD → 5-yr cert + annual surveillance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IKEA, Kimberly-Clark, Tetra Pak, Mondi, Marubeni (JP)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RSPO – Palm Oil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RSPO, Kuala Lumpur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Global (focus: Indonesia &amp; Malaysia)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Palm oil production and supply chain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Palm oil growers, millers, traders, processors, manufacturers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Join RSPO → Adopt P&amp;C → Audit by RSPO CB → 5-yr cert + annual surveillance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Sime Darby, IOI Corp, Musim Mas, Wilmar, Nestlé, Unilever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ISO 14001:2015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ISO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Global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industries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Any org globally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Env. review → EMS policy → Implementation → Internal audit → Mgmt review → Stage 1+2 CB audit → 3-yr cert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Apple, BMW, Samsung, Sony, Toyota, Tata Group, Infosys, Reliance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ISO 50001:2018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ISO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Global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Any org with significant energy use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Energy baseline → EnMS → Targets → Action plans → Internal audit → Stage 1+2 CB audit → 3-yr cert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Volkswagen, Schneider Electric, POSCO, Tata Steel, CLP Group (HK)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SA8000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Social Accountability Intl (SAI), NY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Global (strong in S. Asia, SE Asia, China)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(common: mfg, textiles, food)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Any organization globally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Gap assessment → Corrective actions → Audit by SAAS-accredited CB → 3-yr cert + semi-annual surveillance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Marks &amp; Spencer, H&amp;M, Bosch, Adidas (BD suppliers), Gap, Hanesbrands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 Corp Certification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 Lab (global)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Global (Asia: India, Japan, Korea, Singapore)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sectors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For-profit companies scoring ≥80/200 on B Impact Assessment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Complete BIA → Score ≥80 → Documentation verification → Legal requirement → 3-yr recert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Patagonia, Ben &amp; Jerry's, Danone NA, The Body Shop, Natura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PAS 2060 – Carbon Neutrality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BSI Group, UK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UK/Global (used in Japan, Korea, Singapore)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All industries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Any org or product declaring carbon neutrality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Define scope → Measure GHG → Reduction plan → Offset with verified credits → 3rd-party verification → Annual re-verification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Fujitsu, Hitachi, Kia Motors, Cathay Pacific, Bain Capital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VCS / Verra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Verra, Washington DC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Global (projects in India, China, SE Asia)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No – GHG reduction/removal projects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Project developers and companies purchasing VCUs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Submit project description → Validation by VVB → Verra review → Monitoring → VCU issuance → Retire VCUs for offset claim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Microsoft, Delta Air Lines, Shell, Mitsubishi Corp as buyers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GOTS – Organic Textile Standard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GOTS, Germany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Global (supply chain: India, Bangladesh, China, Turkey)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Textile processing, mfg, trading of organic fibers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Textile processors, manufacturers, traders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Apply to GOTS-approved CB → Doc review + facility inspection → Annual cert + traceability tracking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Patagonia, H&amp;M (select lines); spinners: Pratibha Syntex, Arvind (IN)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OEKO-TEX Standard 100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OEKO-TEX Association, Zurich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Global (factories: China, Bangladesh, India, Pakistan)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Yes – Textiles at all production stages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Manufacturers at every textile production stage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Apply to OEKO-TEX institute → Product testing in accredited lab → Annual cert per article number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</a:rPr>
                        <a:t>H&amp;M, Zara (Inditex), IKEA, Decathlon, Li-Ning (CN), Shahi Exports (IN)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972800" y="65836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546E7A"/>
                </a:solidFill>
              </a:rPr>
              <a:t>21 / 21</a:t>
            </a:r>
            <a:endParaRPr lang="en-US" sz="8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0D3B40"/>
                <a:tint val="67000"/>
              </a:schemeClr>
            </a:gs>
            <a:gs pos="50000">
              <a:schemeClr val="phClr">
                <a:lumMod val="0D3B40"/>
                <a:satMod val="0D3B40"/>
                <a:tint val="73000"/>
              </a:schemeClr>
            </a:gs>
            <a:gs pos="100000">
              <a:schemeClr val="phClr">
                <a:lumMod val="0D3B40"/>
                <a:satMod val="0D3B4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0D3B40"/>
                <a:lumMod val="0D3B4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0D3B40"/>
              </a:schemeClr>
            </a:gs>
            <a:gs pos="50000">
              <a:schemeClr val="phClr">
                <a:tint val="98000"/>
                <a:satMod val="130000"/>
                <a:shade val="90000"/>
                <a:lumMod val="0D3B4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0D3B40"/>
                <a:tint val="67000"/>
              </a:schemeClr>
            </a:gs>
            <a:gs pos="50000">
              <a:schemeClr val="phClr">
                <a:lumMod val="0D3B40"/>
                <a:satMod val="0D3B40"/>
                <a:tint val="73000"/>
              </a:schemeClr>
            </a:gs>
            <a:gs pos="100000">
              <a:schemeClr val="phClr">
                <a:lumMod val="0D3B40"/>
                <a:satMod val="0D3B4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0D3B40"/>
                <a:lumMod val="0D3B4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0D3B40"/>
              </a:schemeClr>
            </a:gs>
            <a:gs pos="50000">
              <a:schemeClr val="phClr">
                <a:tint val="98000"/>
                <a:satMod val="130000"/>
                <a:shade val="90000"/>
                <a:lumMod val="0D3B4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153</TotalTime>
  <Words>5689</Words>
  <Application>Microsoft Office PowerPoint</Application>
  <PresentationFormat>Widescreen</PresentationFormat>
  <Paragraphs>820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Tanishk Sati</cp:lastModifiedBy>
  <cp:revision>1</cp:revision>
  <dcterms:created xsi:type="dcterms:W3CDTF">2026-05-17T17:15:38Z</dcterms:created>
  <dcterms:modified xsi:type="dcterms:W3CDTF">2026-05-23T10:20:09Z</dcterms:modified>
</cp:coreProperties>
</file>